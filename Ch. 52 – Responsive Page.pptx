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7"/>
  </p:notesMasterIdLst>
  <p:sldIdLst>
    <p:sldId id="256" r:id="rId2"/>
    <p:sldId id="259" r:id="rId3"/>
    <p:sldId id="257" r:id="rId4"/>
    <p:sldId id="258" r:id="rId5"/>
    <p:sldId id="260" r:id="rId6"/>
    <p:sldId id="261" r:id="rId7"/>
    <p:sldId id="262" r:id="rId8"/>
    <p:sldId id="263" r:id="rId9"/>
    <p:sldId id="264" r:id="rId10"/>
    <p:sldId id="265" r:id="rId11"/>
    <p:sldId id="266" r:id="rId12"/>
    <p:sldId id="269" r:id="rId13"/>
    <p:sldId id="267" r:id="rId14"/>
    <p:sldId id="268" r:id="rId15"/>
    <p:sldId id="270" r:id="rId16"/>
    <p:sldId id="271" r:id="rId17"/>
    <p:sldId id="272" r:id="rId18"/>
    <p:sldId id="274" r:id="rId19"/>
    <p:sldId id="275" r:id="rId20"/>
    <p:sldId id="273"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6A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4FFFFD-538F-4A4F-A60B-605607991B72}" v="33" dt="2026-08-24T14:12:33.7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nitAI Granit" userId="9dd391034acca3be" providerId="LiveId" clId="{7874C122-5C46-49EC-9771-BB17C017B2A9}"/>
    <pc:docChg chg="undo custSel addSld modSld addMainMaster delMainMaster">
      <pc:chgData name="GranitAI Granit" userId="9dd391034acca3be" providerId="LiveId" clId="{7874C122-5C46-49EC-9771-BB17C017B2A9}" dt="2026-08-24T14:18:44.959" v="2911" actId="22"/>
      <pc:docMkLst>
        <pc:docMk/>
      </pc:docMkLst>
      <pc:sldChg chg="addSp delSp modSp mod setBg modClrScheme addAnim setClrOvrMap chgLayout">
        <pc:chgData name="GranitAI Granit" userId="9dd391034acca3be" providerId="LiveId" clId="{7874C122-5C46-49EC-9771-BB17C017B2A9}" dt="2026-08-24T10:53:58.898" v="14" actId="13926"/>
        <pc:sldMkLst>
          <pc:docMk/>
          <pc:sldMk cId="3611982159" sldId="256"/>
        </pc:sldMkLst>
        <pc:spChg chg="mod">
          <ac:chgData name="GranitAI Granit" userId="9dd391034acca3be" providerId="LiveId" clId="{7874C122-5C46-49EC-9771-BB17C017B2A9}" dt="2026-08-24T10:53:58.898" v="14" actId="13926"/>
          <ac:spMkLst>
            <pc:docMk/>
            <pc:sldMk cId="3611982159" sldId="256"/>
            <ac:spMk id="2" creationId="{2D08BF7F-0B20-C3BB-63DE-19880939ED7C}"/>
          </ac:spMkLst>
        </pc:spChg>
        <pc:spChg chg="mod">
          <ac:chgData name="GranitAI Granit" userId="9dd391034acca3be" providerId="LiveId" clId="{7874C122-5C46-49EC-9771-BB17C017B2A9}" dt="2026-08-24T10:53:51.426" v="13" actId="13926"/>
          <ac:spMkLst>
            <pc:docMk/>
            <pc:sldMk cId="3611982159" sldId="256"/>
            <ac:spMk id="3" creationId="{AEA53449-0466-017E-5D79-BEAA46D4BB7A}"/>
          </ac:spMkLst>
        </pc:spChg>
        <pc:spChg chg="add del">
          <ac:chgData name="GranitAI Granit" userId="9dd391034acca3be" providerId="LiveId" clId="{7874C122-5C46-49EC-9771-BB17C017B2A9}" dt="2026-08-24T10:53:02.900" v="1" actId="26606"/>
          <ac:spMkLst>
            <pc:docMk/>
            <pc:sldMk cId="3611982159" sldId="256"/>
            <ac:spMk id="9" creationId="{00E45B9B-5690-F156-E2ED-D88478B7627A}"/>
          </ac:spMkLst>
        </pc:spChg>
        <pc:spChg chg="add del">
          <ac:chgData name="GranitAI Granit" userId="9dd391034acca3be" providerId="LiveId" clId="{7874C122-5C46-49EC-9771-BB17C017B2A9}" dt="2026-08-24T10:53:02.900" v="1" actId="26606"/>
          <ac:spMkLst>
            <pc:docMk/>
            <pc:sldMk cId="3611982159" sldId="256"/>
            <ac:spMk id="11" creationId="{97081EE3-B6BE-9584-F5AF-E5F6484DA7A1}"/>
          </ac:spMkLst>
        </pc:spChg>
        <pc:spChg chg="add del">
          <ac:chgData name="GranitAI Granit" userId="9dd391034acca3be" providerId="LiveId" clId="{7874C122-5C46-49EC-9771-BB17C017B2A9}" dt="2026-08-24T10:53:02.900" v="1" actId="26606"/>
          <ac:spMkLst>
            <pc:docMk/>
            <pc:sldMk cId="3611982159" sldId="256"/>
            <ac:spMk id="13" creationId="{41A03FE5-7938-1573-2D18-E168CC7C0ABF}"/>
          </ac:spMkLst>
        </pc:spChg>
        <pc:spChg chg="add del">
          <ac:chgData name="GranitAI Granit" userId="9dd391034acca3be" providerId="LiveId" clId="{7874C122-5C46-49EC-9771-BB17C017B2A9}" dt="2026-08-24T10:53:05.268" v="3" actId="26606"/>
          <ac:spMkLst>
            <pc:docMk/>
            <pc:sldMk cId="3611982159" sldId="256"/>
            <ac:spMk id="15" creationId="{C56AE383-06A1-42D3-B1AF-CE22194F54B7}"/>
          </ac:spMkLst>
        </pc:spChg>
        <pc:spChg chg="add del">
          <ac:chgData name="GranitAI Granit" userId="9dd391034acca3be" providerId="LiveId" clId="{7874C122-5C46-49EC-9771-BB17C017B2A9}" dt="2026-08-24T10:53:05.268" v="3" actId="26606"/>
          <ac:spMkLst>
            <pc:docMk/>
            <pc:sldMk cId="3611982159" sldId="256"/>
            <ac:spMk id="16" creationId="{3D70B90B-BED1-4715-9BFE-9622C47A2B2F}"/>
          </ac:spMkLst>
        </pc:spChg>
        <pc:spChg chg="add del">
          <ac:chgData name="GranitAI Granit" userId="9dd391034acca3be" providerId="LiveId" clId="{7874C122-5C46-49EC-9771-BB17C017B2A9}" dt="2026-08-24T10:53:11.212" v="5" actId="26606"/>
          <ac:spMkLst>
            <pc:docMk/>
            <pc:sldMk cId="3611982159" sldId="256"/>
            <ac:spMk id="19" creationId="{0EECA69B-4C2A-7F31-8019-E90DB3BD49CB}"/>
          </ac:spMkLst>
        </pc:spChg>
        <pc:spChg chg="add del">
          <ac:chgData name="GranitAI Granit" userId="9dd391034acca3be" providerId="LiveId" clId="{7874C122-5C46-49EC-9771-BB17C017B2A9}" dt="2026-08-24T10:53:11.212" v="5" actId="26606"/>
          <ac:spMkLst>
            <pc:docMk/>
            <pc:sldMk cId="3611982159" sldId="256"/>
            <ac:spMk id="21" creationId="{1103FDB8-D911-F8F8-F9EC-FB7FF543594C}"/>
          </ac:spMkLst>
        </pc:spChg>
        <pc:spChg chg="add">
          <ac:chgData name="GranitAI Granit" userId="9dd391034acca3be" providerId="LiveId" clId="{7874C122-5C46-49EC-9771-BB17C017B2A9}" dt="2026-08-24T10:53:11.268" v="6" actId="26606"/>
          <ac:spMkLst>
            <pc:docMk/>
            <pc:sldMk cId="3611982159" sldId="256"/>
            <ac:spMk id="23" creationId="{33E93247-6229-44AB-A550-739E971E690B}"/>
          </ac:spMkLst>
        </pc:spChg>
        <pc:spChg chg="add">
          <ac:chgData name="GranitAI Granit" userId="9dd391034acca3be" providerId="LiveId" clId="{7874C122-5C46-49EC-9771-BB17C017B2A9}" dt="2026-08-24T10:53:11.268" v="6" actId="26606"/>
          <ac:spMkLst>
            <pc:docMk/>
            <pc:sldMk cId="3611982159" sldId="256"/>
            <ac:spMk id="25" creationId="{912025B4-7337-735E-4DC9-E634D2011984}"/>
          </ac:spMkLst>
        </pc:spChg>
        <pc:spChg chg="add">
          <ac:chgData name="GranitAI Granit" userId="9dd391034acca3be" providerId="LiveId" clId="{7874C122-5C46-49EC-9771-BB17C017B2A9}" dt="2026-08-24T10:53:11.268" v="6" actId="26606"/>
          <ac:spMkLst>
            <pc:docMk/>
            <pc:sldMk cId="3611982159" sldId="256"/>
            <ac:spMk id="26" creationId="{150CDACD-D191-E642-F686-FCB54B7E5F67}"/>
          </ac:spMkLst>
        </pc:spChg>
        <pc:picChg chg="add del">
          <ac:chgData name="GranitAI Granit" userId="9dd391034acca3be" providerId="LiveId" clId="{7874C122-5C46-49EC-9771-BB17C017B2A9}" dt="2026-08-24T10:53:02.900" v="1" actId="26606"/>
          <ac:picMkLst>
            <pc:docMk/>
            <pc:sldMk cId="3611982159" sldId="256"/>
            <ac:picMk id="4" creationId="{13D4A81F-4FF3-B857-9A42-AFE9391D85A8}"/>
          </ac:picMkLst>
        </pc:picChg>
        <pc:picChg chg="add del">
          <ac:chgData name="GranitAI Granit" userId="9dd391034acca3be" providerId="LiveId" clId="{7874C122-5C46-49EC-9771-BB17C017B2A9}" dt="2026-08-24T10:53:05.268" v="3" actId="26606"/>
          <ac:picMkLst>
            <pc:docMk/>
            <pc:sldMk cId="3611982159" sldId="256"/>
            <ac:picMk id="17" creationId="{4A68EC95-8608-48B1-EC14-604F13A39DF5}"/>
          </ac:picMkLst>
        </pc:picChg>
        <pc:picChg chg="add del">
          <ac:chgData name="GranitAI Granit" userId="9dd391034acca3be" providerId="LiveId" clId="{7874C122-5C46-49EC-9771-BB17C017B2A9}" dt="2026-08-24T10:53:11.212" v="5" actId="26606"/>
          <ac:picMkLst>
            <pc:docMk/>
            <pc:sldMk cId="3611982159" sldId="256"/>
            <ac:picMk id="20" creationId="{5C3DE124-A916-9AB8-EDAC-AE5D2B22A52A}"/>
          </ac:picMkLst>
        </pc:picChg>
        <pc:picChg chg="add">
          <ac:chgData name="GranitAI Granit" userId="9dd391034acca3be" providerId="LiveId" clId="{7874C122-5C46-49EC-9771-BB17C017B2A9}" dt="2026-08-24T10:53:11.268" v="6" actId="26606"/>
          <ac:picMkLst>
            <pc:docMk/>
            <pc:sldMk cId="3611982159" sldId="256"/>
            <ac:picMk id="24" creationId="{3C35BCCF-0C44-FCCD-B4A6-9F5E5F6D6B82}"/>
          </ac:picMkLst>
        </pc:picChg>
      </pc:sldChg>
      <pc:sldChg chg="addSp modSp new mod">
        <pc:chgData name="GranitAI Granit" userId="9dd391034acca3be" providerId="LiveId" clId="{7874C122-5C46-49EC-9771-BB17C017B2A9}" dt="2026-08-24T11:00:47.248" v="47" actId="114"/>
        <pc:sldMkLst>
          <pc:docMk/>
          <pc:sldMk cId="2318779752" sldId="257"/>
        </pc:sldMkLst>
        <pc:spChg chg="add mod">
          <ac:chgData name="GranitAI Granit" userId="9dd391034acca3be" providerId="LiveId" clId="{7874C122-5C46-49EC-9771-BB17C017B2A9}" dt="2026-08-24T11:00:47.248" v="47" actId="114"/>
          <ac:spMkLst>
            <pc:docMk/>
            <pc:sldMk cId="2318779752" sldId="257"/>
            <ac:spMk id="3" creationId="{488955F4-FE17-816E-0967-13CAA3EE97E9}"/>
          </ac:spMkLst>
        </pc:spChg>
      </pc:sldChg>
      <pc:sldChg chg="addSp modSp new mod setBg">
        <pc:chgData name="GranitAI Granit" userId="9dd391034acca3be" providerId="LiveId" clId="{7874C122-5C46-49EC-9771-BB17C017B2A9}" dt="2026-08-24T10:57:29.064" v="24" actId="26606"/>
        <pc:sldMkLst>
          <pc:docMk/>
          <pc:sldMk cId="3510077887" sldId="258"/>
        </pc:sldMkLst>
        <pc:spChg chg="add">
          <ac:chgData name="GranitAI Granit" userId="9dd391034acca3be" providerId="LiveId" clId="{7874C122-5C46-49EC-9771-BB17C017B2A9}" dt="2026-08-24T10:57:29.064" v="24" actId="26606"/>
          <ac:spMkLst>
            <pc:docMk/>
            <pc:sldMk cId="3510077887" sldId="258"/>
            <ac:spMk id="7" creationId="{E20BB609-EF92-42DB-836C-0699A590B5CF}"/>
          </ac:spMkLst>
        </pc:spChg>
        <pc:spChg chg="add">
          <ac:chgData name="GranitAI Granit" userId="9dd391034acca3be" providerId="LiveId" clId="{7874C122-5C46-49EC-9771-BB17C017B2A9}" dt="2026-08-24T10:57:29.064" v="24" actId="26606"/>
          <ac:spMkLst>
            <pc:docMk/>
            <pc:sldMk cId="3510077887" sldId="258"/>
            <ac:spMk id="9" creationId="{C4FC6368-7439-814E-1B74-451E982162C1}"/>
          </ac:spMkLst>
        </pc:spChg>
        <pc:picChg chg="add mod">
          <ac:chgData name="GranitAI Granit" userId="9dd391034acca3be" providerId="LiveId" clId="{7874C122-5C46-49EC-9771-BB17C017B2A9}" dt="2026-08-24T10:57:29.064" v="24" actId="26606"/>
          <ac:picMkLst>
            <pc:docMk/>
            <pc:sldMk cId="3510077887" sldId="258"/>
            <ac:picMk id="2" creationId="{BB501944-D591-FD52-4072-229EEA937673}"/>
          </ac:picMkLst>
        </pc:picChg>
      </pc:sldChg>
      <pc:sldChg chg="addSp modSp new mod setBg">
        <pc:chgData name="GranitAI Granit" userId="9dd391034acca3be" providerId="LiveId" clId="{7874C122-5C46-49EC-9771-BB17C017B2A9}" dt="2026-08-24T11:02:38.639" v="55" actId="207"/>
        <pc:sldMkLst>
          <pc:docMk/>
          <pc:sldMk cId="3707934871" sldId="259"/>
        </pc:sldMkLst>
        <pc:spChg chg="add mod">
          <ac:chgData name="GranitAI Granit" userId="9dd391034acca3be" providerId="LiveId" clId="{7874C122-5C46-49EC-9771-BB17C017B2A9}" dt="2026-08-24T11:02:38.639" v="55" actId="207"/>
          <ac:spMkLst>
            <pc:docMk/>
            <pc:sldMk cId="3707934871" sldId="259"/>
            <ac:spMk id="5" creationId="{6A1B7C88-9603-7350-3ED5-1D47B6A1B22F}"/>
          </ac:spMkLst>
        </pc:spChg>
        <pc:spChg chg="add">
          <ac:chgData name="GranitAI Granit" userId="9dd391034acca3be" providerId="LiveId" clId="{7874C122-5C46-49EC-9771-BB17C017B2A9}" dt="2026-08-24T11:02:01.325" v="50" actId="26606"/>
          <ac:spMkLst>
            <pc:docMk/>
            <pc:sldMk cId="3707934871" sldId="259"/>
            <ac:spMk id="8" creationId="{E20BB609-EF92-42DB-836C-0699A590B5CF}"/>
          </ac:spMkLst>
        </pc:spChg>
        <pc:spChg chg="add">
          <ac:chgData name="GranitAI Granit" userId="9dd391034acca3be" providerId="LiveId" clId="{7874C122-5C46-49EC-9771-BB17C017B2A9}" dt="2026-08-24T11:02:01.325" v="50" actId="26606"/>
          <ac:spMkLst>
            <pc:docMk/>
            <pc:sldMk cId="3707934871" sldId="259"/>
            <ac:spMk id="10" creationId="{C4FC6368-7439-814E-1B74-451E982162C1}"/>
          </ac:spMkLst>
        </pc:spChg>
        <pc:picChg chg="add mod">
          <ac:chgData name="GranitAI Granit" userId="9dd391034acca3be" providerId="LiveId" clId="{7874C122-5C46-49EC-9771-BB17C017B2A9}" dt="2026-08-24T11:02:01.325" v="50" actId="26606"/>
          <ac:picMkLst>
            <pc:docMk/>
            <pc:sldMk cId="3707934871" sldId="259"/>
            <ac:picMk id="3" creationId="{2EC019B6-0DC2-77CD-506C-76F68BA59336}"/>
          </ac:picMkLst>
        </pc:picChg>
      </pc:sldChg>
      <pc:sldChg chg="addSp modSp new mod">
        <pc:chgData name="GranitAI Granit" userId="9dd391034acca3be" providerId="LiveId" clId="{7874C122-5C46-49EC-9771-BB17C017B2A9}" dt="2026-08-24T11:09:46.275" v="240" actId="20577"/>
        <pc:sldMkLst>
          <pc:docMk/>
          <pc:sldMk cId="3486305815" sldId="260"/>
        </pc:sldMkLst>
        <pc:spChg chg="add mod">
          <ac:chgData name="GranitAI Granit" userId="9dd391034acca3be" providerId="LiveId" clId="{7874C122-5C46-49EC-9771-BB17C017B2A9}" dt="2026-08-24T11:09:46.275" v="240" actId="20577"/>
          <ac:spMkLst>
            <pc:docMk/>
            <pc:sldMk cId="3486305815" sldId="260"/>
            <ac:spMk id="4" creationId="{3D77F5A1-6879-E9C7-0DA7-5278C2586A83}"/>
          </ac:spMkLst>
        </pc:spChg>
        <pc:picChg chg="add mod">
          <ac:chgData name="GranitAI Granit" userId="9dd391034acca3be" providerId="LiveId" clId="{7874C122-5C46-49EC-9771-BB17C017B2A9}" dt="2026-08-24T11:08:52.614" v="231" actId="1076"/>
          <ac:picMkLst>
            <pc:docMk/>
            <pc:sldMk cId="3486305815" sldId="260"/>
            <ac:picMk id="3" creationId="{F45A0C2E-D421-788B-70A1-F2B00D8A804E}"/>
          </ac:picMkLst>
        </pc:picChg>
      </pc:sldChg>
      <pc:sldChg chg="addSp modSp new mod">
        <pc:chgData name="GranitAI Granit" userId="9dd391034acca3be" providerId="LiveId" clId="{7874C122-5C46-49EC-9771-BB17C017B2A9}" dt="2026-08-24T11:13:19.745" v="434" actId="13926"/>
        <pc:sldMkLst>
          <pc:docMk/>
          <pc:sldMk cId="59629419" sldId="261"/>
        </pc:sldMkLst>
        <pc:spChg chg="add mod">
          <ac:chgData name="GranitAI Granit" userId="9dd391034acca3be" providerId="LiveId" clId="{7874C122-5C46-49EC-9771-BB17C017B2A9}" dt="2026-08-24T11:12:32.527" v="356" actId="13926"/>
          <ac:spMkLst>
            <pc:docMk/>
            <pc:sldMk cId="59629419" sldId="261"/>
            <ac:spMk id="3" creationId="{92EC9659-CD30-8202-7973-ED9A48A2C5B7}"/>
          </ac:spMkLst>
        </pc:spChg>
        <pc:spChg chg="add mod">
          <ac:chgData name="GranitAI Granit" userId="9dd391034acca3be" providerId="LiveId" clId="{7874C122-5C46-49EC-9771-BB17C017B2A9}" dt="2026-08-24T11:11:19.779" v="354" actId="13926"/>
          <ac:spMkLst>
            <pc:docMk/>
            <pc:sldMk cId="59629419" sldId="261"/>
            <ac:spMk id="4" creationId="{4C20C086-4A18-3BB7-EDE5-F470DAEF149A}"/>
          </ac:spMkLst>
        </pc:spChg>
        <pc:spChg chg="add mod">
          <ac:chgData name="GranitAI Granit" userId="9dd391034acca3be" providerId="LiveId" clId="{7874C122-5C46-49EC-9771-BB17C017B2A9}" dt="2026-08-24T11:13:19.745" v="434" actId="13926"/>
          <ac:spMkLst>
            <pc:docMk/>
            <pc:sldMk cId="59629419" sldId="261"/>
            <ac:spMk id="5" creationId="{28831BE8-D342-3991-0E67-057D390EF7CA}"/>
          </ac:spMkLst>
        </pc:spChg>
      </pc:sldChg>
      <pc:sldChg chg="addSp modSp new mod">
        <pc:chgData name="GranitAI Granit" userId="9dd391034acca3be" providerId="LiveId" clId="{7874C122-5C46-49EC-9771-BB17C017B2A9}" dt="2026-08-24T11:17:05.303" v="610" actId="14100"/>
        <pc:sldMkLst>
          <pc:docMk/>
          <pc:sldMk cId="2718606246" sldId="262"/>
        </pc:sldMkLst>
        <pc:spChg chg="add mod">
          <ac:chgData name="GranitAI Granit" userId="9dd391034acca3be" providerId="LiveId" clId="{7874C122-5C46-49EC-9771-BB17C017B2A9}" dt="2026-08-24T11:13:53.248" v="439" actId="114"/>
          <ac:spMkLst>
            <pc:docMk/>
            <pc:sldMk cId="2718606246" sldId="262"/>
            <ac:spMk id="3" creationId="{74583B6B-6FCB-132C-DABE-B8FA19185F6E}"/>
          </ac:spMkLst>
        </pc:spChg>
        <pc:spChg chg="add mod">
          <ac:chgData name="GranitAI Granit" userId="9dd391034acca3be" providerId="LiveId" clId="{7874C122-5C46-49EC-9771-BB17C017B2A9}" dt="2026-08-24T11:17:05.303" v="610" actId="14100"/>
          <ac:spMkLst>
            <pc:docMk/>
            <pc:sldMk cId="2718606246" sldId="262"/>
            <ac:spMk id="4" creationId="{F05C6B3A-2BC8-78E6-08F1-FDDC2D2249D3}"/>
          </ac:spMkLst>
        </pc:spChg>
        <pc:spChg chg="add">
          <ac:chgData name="GranitAI Granit" userId="9dd391034acca3be" providerId="LiveId" clId="{7874C122-5C46-49EC-9771-BB17C017B2A9}" dt="2026-08-24T11:14:53.265" v="536" actId="11529"/>
          <ac:spMkLst>
            <pc:docMk/>
            <pc:sldMk cId="2718606246" sldId="262"/>
            <ac:spMk id="5" creationId="{6558540C-D251-A04C-8D60-7570559CCB00}"/>
          </ac:spMkLst>
        </pc:spChg>
      </pc:sldChg>
      <pc:sldChg chg="addSp modSp new mod modNotesTx">
        <pc:chgData name="GranitAI Granit" userId="9dd391034acca3be" providerId="LiveId" clId="{7874C122-5C46-49EC-9771-BB17C017B2A9}" dt="2026-08-24T11:24:36.724" v="959" actId="20577"/>
        <pc:sldMkLst>
          <pc:docMk/>
          <pc:sldMk cId="1849589588" sldId="263"/>
        </pc:sldMkLst>
        <pc:spChg chg="add mod">
          <ac:chgData name="GranitAI Granit" userId="9dd391034acca3be" providerId="LiveId" clId="{7874C122-5C46-49EC-9771-BB17C017B2A9}" dt="2026-08-24T11:22:09.584" v="759" actId="13926"/>
          <ac:spMkLst>
            <pc:docMk/>
            <pc:sldMk cId="1849589588" sldId="263"/>
            <ac:spMk id="4" creationId="{A85F2EBB-8ABF-D021-D923-EBAF256BDD3F}"/>
          </ac:spMkLst>
        </pc:spChg>
        <pc:picChg chg="add mod">
          <ac:chgData name="GranitAI Granit" userId="9dd391034acca3be" providerId="LiveId" clId="{7874C122-5C46-49EC-9771-BB17C017B2A9}" dt="2026-08-24T11:20:25.701" v="614" actId="14100"/>
          <ac:picMkLst>
            <pc:docMk/>
            <pc:sldMk cId="1849589588" sldId="263"/>
            <ac:picMk id="3" creationId="{707CEE98-D17D-A733-EC38-AC109CBF156B}"/>
          </ac:picMkLst>
        </pc:picChg>
      </pc:sldChg>
      <pc:sldChg chg="addSp new mod modNotesTx">
        <pc:chgData name="GranitAI Granit" userId="9dd391034acca3be" providerId="LiveId" clId="{7874C122-5C46-49EC-9771-BB17C017B2A9}" dt="2026-08-24T11:24:28.617" v="957" actId="20577"/>
        <pc:sldMkLst>
          <pc:docMk/>
          <pc:sldMk cId="4106744035" sldId="264"/>
        </pc:sldMkLst>
        <pc:picChg chg="add">
          <ac:chgData name="GranitAI Granit" userId="9dd391034acca3be" providerId="LiveId" clId="{7874C122-5C46-49EC-9771-BB17C017B2A9}" dt="2026-08-24T11:23:34.882" v="827" actId="22"/>
          <ac:picMkLst>
            <pc:docMk/>
            <pc:sldMk cId="4106744035" sldId="264"/>
            <ac:picMk id="6" creationId="{2679748A-3127-9C7F-35D0-808C8DB7D65D}"/>
          </ac:picMkLst>
        </pc:picChg>
      </pc:sldChg>
      <pc:sldChg chg="addSp modSp new mod">
        <pc:chgData name="GranitAI Granit" userId="9dd391034acca3be" providerId="LiveId" clId="{7874C122-5C46-49EC-9771-BB17C017B2A9}" dt="2026-08-24T11:25:54.885" v="1084" actId="20577"/>
        <pc:sldMkLst>
          <pc:docMk/>
          <pc:sldMk cId="1605981639" sldId="265"/>
        </pc:sldMkLst>
        <pc:spChg chg="add mod">
          <ac:chgData name="GranitAI Granit" userId="9dd391034acca3be" providerId="LiveId" clId="{7874C122-5C46-49EC-9771-BB17C017B2A9}" dt="2026-08-24T11:25:54.885" v="1084" actId="20577"/>
          <ac:spMkLst>
            <pc:docMk/>
            <pc:sldMk cId="1605981639" sldId="265"/>
            <ac:spMk id="5" creationId="{7E548BDD-9A0D-4307-478B-68871307375A}"/>
          </ac:spMkLst>
        </pc:spChg>
      </pc:sldChg>
      <pc:sldChg chg="addSp modSp new mod">
        <pc:chgData name="GranitAI Granit" userId="9dd391034acca3be" providerId="LiveId" clId="{7874C122-5C46-49EC-9771-BB17C017B2A9}" dt="2026-08-24T12:16:23.305" v="1161" actId="13926"/>
        <pc:sldMkLst>
          <pc:docMk/>
          <pc:sldMk cId="3235249452" sldId="266"/>
        </pc:sldMkLst>
        <pc:spChg chg="add mod">
          <ac:chgData name="GranitAI Granit" userId="9dd391034acca3be" providerId="LiveId" clId="{7874C122-5C46-49EC-9771-BB17C017B2A9}" dt="2026-08-24T12:16:23.305" v="1161" actId="13926"/>
          <ac:spMkLst>
            <pc:docMk/>
            <pc:sldMk cId="3235249452" sldId="266"/>
            <ac:spMk id="6" creationId="{9DAEF02F-7CCD-60D4-5DC5-CFDFBDC0C6D1}"/>
          </ac:spMkLst>
        </pc:spChg>
        <pc:spChg chg="add mod">
          <ac:chgData name="GranitAI Granit" userId="9dd391034acca3be" providerId="LiveId" clId="{7874C122-5C46-49EC-9771-BB17C017B2A9}" dt="2026-08-24T12:14:58.927" v="1151" actId="13926"/>
          <ac:spMkLst>
            <pc:docMk/>
            <pc:sldMk cId="3235249452" sldId="266"/>
            <ac:spMk id="7" creationId="{5FAF0DCD-C570-7E66-CC27-87813453F113}"/>
          </ac:spMkLst>
        </pc:spChg>
      </pc:sldChg>
      <pc:sldChg chg="addSp modSp new mod modNotesTx">
        <pc:chgData name="GranitAI Granit" userId="9dd391034acca3be" providerId="LiveId" clId="{7874C122-5C46-49EC-9771-BB17C017B2A9}" dt="2026-08-24T12:31:33.171" v="1346" actId="20577"/>
        <pc:sldMkLst>
          <pc:docMk/>
          <pc:sldMk cId="52922721" sldId="267"/>
        </pc:sldMkLst>
        <pc:spChg chg="add mod">
          <ac:chgData name="GranitAI Granit" userId="9dd391034acca3be" providerId="LiveId" clId="{7874C122-5C46-49EC-9771-BB17C017B2A9}" dt="2026-08-24T12:29:21.009" v="1208" actId="20577"/>
          <ac:spMkLst>
            <pc:docMk/>
            <pc:sldMk cId="52922721" sldId="267"/>
            <ac:spMk id="7" creationId="{A22A02FB-06A5-83FC-8A32-9DA664DCB72D}"/>
          </ac:spMkLst>
        </pc:spChg>
        <pc:spChg chg="add mod">
          <ac:chgData name="GranitAI Granit" userId="9dd391034acca3be" providerId="LiveId" clId="{7874C122-5C46-49EC-9771-BB17C017B2A9}" dt="2026-08-24T12:30:56.798" v="1299" actId="1076"/>
          <ac:spMkLst>
            <pc:docMk/>
            <pc:sldMk cId="52922721" sldId="267"/>
            <ac:spMk id="9" creationId="{443AB95A-84B1-5D5A-4EE6-3D787B507AC5}"/>
          </ac:spMkLst>
        </pc:spChg>
        <pc:picChg chg="add mod">
          <ac:chgData name="GranitAI Granit" userId="9dd391034acca3be" providerId="LiveId" clId="{7874C122-5C46-49EC-9771-BB17C017B2A9}" dt="2026-08-24T12:28:59.894" v="1165" actId="1076"/>
          <ac:picMkLst>
            <pc:docMk/>
            <pc:sldMk cId="52922721" sldId="267"/>
            <ac:picMk id="6" creationId="{8391E18A-1779-62FE-B5AC-A207782F9E66}"/>
          </ac:picMkLst>
        </pc:picChg>
      </pc:sldChg>
      <pc:sldChg chg="addSp modSp new mod">
        <pc:chgData name="GranitAI Granit" userId="9dd391034acca3be" providerId="LiveId" clId="{7874C122-5C46-49EC-9771-BB17C017B2A9}" dt="2026-08-24T12:37:35.247" v="1642" actId="14100"/>
        <pc:sldMkLst>
          <pc:docMk/>
          <pc:sldMk cId="2149558892" sldId="268"/>
        </pc:sldMkLst>
        <pc:spChg chg="add mod">
          <ac:chgData name="GranitAI Granit" userId="9dd391034acca3be" providerId="LiveId" clId="{7874C122-5C46-49EC-9771-BB17C017B2A9}" dt="2026-08-24T12:30:35.666" v="1297" actId="20577"/>
          <ac:spMkLst>
            <pc:docMk/>
            <pc:sldMk cId="2149558892" sldId="268"/>
            <ac:spMk id="7" creationId="{CB8EE4A6-3732-7A20-BC2D-331F1BEC670D}"/>
          </ac:spMkLst>
        </pc:spChg>
        <pc:picChg chg="add mod">
          <ac:chgData name="GranitAI Granit" userId="9dd391034acca3be" providerId="LiveId" clId="{7874C122-5C46-49EC-9771-BB17C017B2A9}" dt="2026-08-24T12:37:35.247" v="1642" actId="14100"/>
          <ac:picMkLst>
            <pc:docMk/>
            <pc:sldMk cId="2149558892" sldId="268"/>
            <ac:picMk id="6" creationId="{4192D391-6C75-D90B-7622-90B279C366E4}"/>
          </ac:picMkLst>
        </pc:picChg>
      </pc:sldChg>
      <pc:sldChg chg="addSp modSp new mod">
        <pc:chgData name="GranitAI Granit" userId="9dd391034acca3be" providerId="LiveId" clId="{7874C122-5C46-49EC-9771-BB17C017B2A9}" dt="2026-08-24T12:34:22.709" v="1641" actId="13926"/>
        <pc:sldMkLst>
          <pc:docMk/>
          <pc:sldMk cId="691014448" sldId="269"/>
        </pc:sldMkLst>
        <pc:spChg chg="add mod">
          <ac:chgData name="GranitAI Granit" userId="9dd391034acca3be" providerId="LiveId" clId="{7874C122-5C46-49EC-9771-BB17C017B2A9}" dt="2026-08-24T12:34:22.709" v="1641" actId="13926"/>
          <ac:spMkLst>
            <pc:docMk/>
            <pc:sldMk cId="691014448" sldId="269"/>
            <ac:spMk id="5" creationId="{A77EAC4B-4801-B404-8B47-6F1E3E8CAA34}"/>
          </ac:spMkLst>
        </pc:spChg>
      </pc:sldChg>
      <pc:sldChg chg="addSp modSp new mod">
        <pc:chgData name="GranitAI Granit" userId="9dd391034acca3be" providerId="LiveId" clId="{7874C122-5C46-49EC-9771-BB17C017B2A9}" dt="2026-08-24T13:02:32.586" v="1848" actId="20577"/>
        <pc:sldMkLst>
          <pc:docMk/>
          <pc:sldMk cId="532412049" sldId="270"/>
        </pc:sldMkLst>
        <pc:spChg chg="add mod">
          <ac:chgData name="GranitAI Granit" userId="9dd391034acca3be" providerId="LiveId" clId="{7874C122-5C46-49EC-9771-BB17C017B2A9}" dt="2026-08-24T13:02:32.586" v="1848" actId="20577"/>
          <ac:spMkLst>
            <pc:docMk/>
            <pc:sldMk cId="532412049" sldId="270"/>
            <ac:spMk id="7" creationId="{1B06D16D-AD4B-DA25-8764-FBCE7501B8C4}"/>
          </ac:spMkLst>
        </pc:spChg>
        <pc:picChg chg="add mod">
          <ac:chgData name="GranitAI Granit" userId="9dd391034acca3be" providerId="LiveId" clId="{7874C122-5C46-49EC-9771-BB17C017B2A9}" dt="2026-08-24T13:00:32.775" v="1646" actId="1076"/>
          <ac:picMkLst>
            <pc:docMk/>
            <pc:sldMk cId="532412049" sldId="270"/>
            <ac:picMk id="6" creationId="{FB9F6CCD-45B3-FE43-72C8-E1523F3B8C63}"/>
          </ac:picMkLst>
        </pc:picChg>
      </pc:sldChg>
      <pc:sldChg chg="addSp modSp new mod modNotesTx">
        <pc:chgData name="GranitAI Granit" userId="9dd391034acca3be" providerId="LiveId" clId="{7874C122-5C46-49EC-9771-BB17C017B2A9}" dt="2026-08-24T13:05:33.295" v="1875" actId="20577"/>
        <pc:sldMkLst>
          <pc:docMk/>
          <pc:sldMk cId="3901771844" sldId="271"/>
        </pc:sldMkLst>
        <pc:spChg chg="add mod">
          <ac:chgData name="GranitAI Granit" userId="9dd391034acca3be" providerId="LiveId" clId="{7874C122-5C46-49EC-9771-BB17C017B2A9}" dt="2026-08-24T13:03:32.949" v="1870" actId="13926"/>
          <ac:spMkLst>
            <pc:docMk/>
            <pc:sldMk cId="3901771844" sldId="271"/>
            <ac:spMk id="6" creationId="{050EF1AA-91A1-9843-B857-BC11CFA34B19}"/>
          </ac:spMkLst>
        </pc:spChg>
      </pc:sldChg>
      <pc:sldChg chg="addSp modSp new mod">
        <pc:chgData name="GranitAI Granit" userId="9dd391034acca3be" providerId="LiveId" clId="{7874C122-5C46-49EC-9771-BB17C017B2A9}" dt="2026-08-24T13:50:58.779" v="1882" actId="11529"/>
        <pc:sldMkLst>
          <pc:docMk/>
          <pc:sldMk cId="2217381571" sldId="272"/>
        </pc:sldMkLst>
        <pc:spChg chg="add mod">
          <ac:chgData name="GranitAI Granit" userId="9dd391034acca3be" providerId="LiveId" clId="{7874C122-5C46-49EC-9771-BB17C017B2A9}" dt="2026-08-24T13:06:07.934" v="1877" actId="1076"/>
          <ac:spMkLst>
            <pc:docMk/>
            <pc:sldMk cId="2217381571" sldId="272"/>
            <ac:spMk id="7" creationId="{262289BE-5332-C091-102F-8B2EE0A82E87}"/>
          </ac:spMkLst>
        </pc:spChg>
        <pc:spChg chg="add">
          <ac:chgData name="GranitAI Granit" userId="9dd391034acca3be" providerId="LiveId" clId="{7874C122-5C46-49EC-9771-BB17C017B2A9}" dt="2026-08-24T13:50:58.779" v="1882" actId="11529"/>
          <ac:spMkLst>
            <pc:docMk/>
            <pc:sldMk cId="2217381571" sldId="272"/>
            <ac:spMk id="8" creationId="{2430886B-2FE0-6FB7-BBF2-2D25957088E4}"/>
          </ac:spMkLst>
        </pc:spChg>
        <pc:picChg chg="add">
          <ac:chgData name="GranitAI Granit" userId="9dd391034acca3be" providerId="LiveId" clId="{7874C122-5C46-49EC-9771-BB17C017B2A9}" dt="2026-08-24T13:05:06.353" v="1872" actId="22"/>
          <ac:picMkLst>
            <pc:docMk/>
            <pc:sldMk cId="2217381571" sldId="272"/>
            <ac:picMk id="6" creationId="{46ED2D5D-D998-3490-EB59-0BAA143238DD}"/>
          </ac:picMkLst>
        </pc:picChg>
      </pc:sldChg>
      <pc:sldChg chg="addSp modSp new mod">
        <pc:chgData name="GranitAI Granit" userId="9dd391034acca3be" providerId="LiveId" clId="{7874C122-5C46-49EC-9771-BB17C017B2A9}" dt="2026-08-24T14:07:00.978" v="2568" actId="13926"/>
        <pc:sldMkLst>
          <pc:docMk/>
          <pc:sldMk cId="4195850939" sldId="273"/>
        </pc:sldMkLst>
        <pc:spChg chg="add mod">
          <ac:chgData name="GranitAI Granit" userId="9dd391034acca3be" providerId="LiveId" clId="{7874C122-5C46-49EC-9771-BB17C017B2A9}" dt="2026-08-24T14:07:00.978" v="2568" actId="13926"/>
          <ac:spMkLst>
            <pc:docMk/>
            <pc:sldMk cId="4195850939" sldId="273"/>
            <ac:spMk id="7" creationId="{916F94F5-535F-01DE-BEF9-DAF75F294403}"/>
          </ac:spMkLst>
        </pc:spChg>
        <pc:picChg chg="add mod">
          <ac:chgData name="GranitAI Granit" userId="9dd391034acca3be" providerId="LiveId" clId="{7874C122-5C46-49EC-9771-BB17C017B2A9}" dt="2026-08-24T13:50:45.064" v="1881" actId="1076"/>
          <ac:picMkLst>
            <pc:docMk/>
            <pc:sldMk cId="4195850939" sldId="273"/>
            <ac:picMk id="6" creationId="{C399BD86-8AC5-8DA7-C40E-5ADCF12BD00D}"/>
          </ac:picMkLst>
        </pc:picChg>
      </pc:sldChg>
      <pc:sldChg chg="addSp modSp new mod modNotesTx">
        <pc:chgData name="GranitAI Granit" userId="9dd391034acca3be" providerId="LiveId" clId="{7874C122-5C46-49EC-9771-BB17C017B2A9}" dt="2026-08-24T13:52:40.849" v="2091" actId="20577"/>
        <pc:sldMkLst>
          <pc:docMk/>
          <pc:sldMk cId="3701296251" sldId="274"/>
        </pc:sldMkLst>
        <pc:spChg chg="add mod">
          <ac:chgData name="GranitAI Granit" userId="9dd391034acca3be" providerId="LiveId" clId="{7874C122-5C46-49EC-9771-BB17C017B2A9}" dt="2026-08-24T13:52:02.448" v="1972" actId="20577"/>
          <ac:spMkLst>
            <pc:docMk/>
            <pc:sldMk cId="3701296251" sldId="274"/>
            <ac:spMk id="7" creationId="{A0043D38-E2BD-7464-0EE3-72809FA740D8}"/>
          </ac:spMkLst>
        </pc:spChg>
        <pc:picChg chg="add mod">
          <ac:chgData name="GranitAI Granit" userId="9dd391034acca3be" providerId="LiveId" clId="{7874C122-5C46-49EC-9771-BB17C017B2A9}" dt="2026-08-24T13:51:36.128" v="1887" actId="1076"/>
          <ac:picMkLst>
            <pc:docMk/>
            <pc:sldMk cId="3701296251" sldId="274"/>
            <ac:picMk id="6" creationId="{881AAAB0-DBA0-16AA-E48D-EA2AB908B5E1}"/>
          </ac:picMkLst>
        </pc:picChg>
      </pc:sldChg>
      <pc:sldChg chg="addSp delSp modSp new mod">
        <pc:chgData name="GranitAI Granit" userId="9dd391034acca3be" providerId="LiveId" clId="{7874C122-5C46-49EC-9771-BB17C017B2A9}" dt="2026-08-24T13:59:52.511" v="2485" actId="1076"/>
        <pc:sldMkLst>
          <pc:docMk/>
          <pc:sldMk cId="188759816" sldId="275"/>
        </pc:sldMkLst>
        <pc:spChg chg="add mod">
          <ac:chgData name="GranitAI Granit" userId="9dd391034acca3be" providerId="LiveId" clId="{7874C122-5C46-49EC-9771-BB17C017B2A9}" dt="2026-08-24T13:59:52.511" v="2485" actId="1076"/>
          <ac:spMkLst>
            <pc:docMk/>
            <pc:sldMk cId="188759816" sldId="275"/>
            <ac:spMk id="7" creationId="{564CE62B-F3CA-F4B5-A721-F966152EC442}"/>
          </ac:spMkLst>
        </pc:spChg>
        <pc:picChg chg="add mod">
          <ac:chgData name="GranitAI Granit" userId="9dd391034acca3be" providerId="LiveId" clId="{7874C122-5C46-49EC-9771-BB17C017B2A9}" dt="2026-08-24T13:59:49.319" v="2484" actId="1076"/>
          <ac:picMkLst>
            <pc:docMk/>
            <pc:sldMk cId="188759816" sldId="275"/>
            <ac:picMk id="6" creationId="{F189ECC5-6124-71F4-8733-501EAFBD2B94}"/>
          </ac:picMkLst>
        </pc:picChg>
        <pc:picChg chg="add del">
          <ac:chgData name="GranitAI Granit" userId="9dd391034acca3be" providerId="LiveId" clId="{7874C122-5C46-49EC-9771-BB17C017B2A9}" dt="2026-08-24T13:57:31.985" v="2413" actId="22"/>
          <ac:picMkLst>
            <pc:docMk/>
            <pc:sldMk cId="188759816" sldId="275"/>
            <ac:picMk id="9" creationId="{3898C1DD-533E-F074-058E-872114F17C33}"/>
          </ac:picMkLst>
        </pc:picChg>
      </pc:sldChg>
      <pc:sldChg chg="addSp modSp new mod modNotesTx">
        <pc:chgData name="GranitAI Granit" userId="9dd391034acca3be" providerId="LiveId" clId="{7874C122-5C46-49EC-9771-BB17C017B2A9}" dt="2026-08-24T14:10:19.030" v="2787" actId="14100"/>
        <pc:sldMkLst>
          <pc:docMk/>
          <pc:sldMk cId="33734362" sldId="276"/>
        </pc:sldMkLst>
        <pc:picChg chg="add mod">
          <ac:chgData name="GranitAI Granit" userId="9dd391034acca3be" providerId="LiveId" clId="{7874C122-5C46-49EC-9771-BB17C017B2A9}" dt="2026-08-24T14:10:19.030" v="2787" actId="14100"/>
          <ac:picMkLst>
            <pc:docMk/>
            <pc:sldMk cId="33734362" sldId="276"/>
            <ac:picMk id="6" creationId="{25AD192C-1A65-3D95-BCF5-903F6D5FE64A}"/>
          </ac:picMkLst>
        </pc:picChg>
      </pc:sldChg>
      <pc:sldChg chg="addSp new mod">
        <pc:chgData name="GranitAI Granit" userId="9dd391034acca3be" providerId="LiveId" clId="{7874C122-5C46-49EC-9771-BB17C017B2A9}" dt="2026-08-24T14:11:26.353" v="2789" actId="22"/>
        <pc:sldMkLst>
          <pc:docMk/>
          <pc:sldMk cId="843814309" sldId="277"/>
        </pc:sldMkLst>
        <pc:picChg chg="add">
          <ac:chgData name="GranitAI Granit" userId="9dd391034acca3be" providerId="LiveId" clId="{7874C122-5C46-49EC-9771-BB17C017B2A9}" dt="2026-08-24T14:11:26.353" v="2789" actId="22"/>
          <ac:picMkLst>
            <pc:docMk/>
            <pc:sldMk cId="843814309" sldId="277"/>
            <ac:picMk id="6" creationId="{9CA81239-CE7F-2EA1-9BB7-D01F9FDEE2FF}"/>
          </ac:picMkLst>
        </pc:picChg>
      </pc:sldChg>
      <pc:sldChg chg="addSp modSp new mod modNotesTx">
        <pc:chgData name="GranitAI Granit" userId="9dd391034acca3be" providerId="LiveId" clId="{7874C122-5C46-49EC-9771-BB17C017B2A9}" dt="2026-08-24T14:12:59.283" v="2852" actId="255"/>
        <pc:sldMkLst>
          <pc:docMk/>
          <pc:sldMk cId="3581498038" sldId="278"/>
        </pc:sldMkLst>
        <pc:spChg chg="add mod">
          <ac:chgData name="GranitAI Granit" userId="9dd391034acca3be" providerId="LiveId" clId="{7874C122-5C46-49EC-9771-BB17C017B2A9}" dt="2026-08-24T14:12:59.283" v="2852" actId="255"/>
          <ac:spMkLst>
            <pc:docMk/>
            <pc:sldMk cId="3581498038" sldId="278"/>
            <ac:spMk id="7" creationId="{40DB85BF-262C-2E23-2410-BCADC2E9C57D}"/>
          </ac:spMkLst>
        </pc:spChg>
        <pc:picChg chg="add mod">
          <ac:chgData name="GranitAI Granit" userId="9dd391034acca3be" providerId="LiveId" clId="{7874C122-5C46-49EC-9771-BB17C017B2A9}" dt="2026-08-24T14:12:18.240" v="2793" actId="1076"/>
          <ac:picMkLst>
            <pc:docMk/>
            <pc:sldMk cId="3581498038" sldId="278"/>
            <ac:picMk id="6" creationId="{5955FF4D-9002-CF90-5ED4-8F533A77D21A}"/>
          </ac:picMkLst>
        </pc:picChg>
      </pc:sldChg>
      <pc:sldChg chg="addSp modSp new mod modNotesTx">
        <pc:chgData name="GranitAI Granit" userId="9dd391034acca3be" providerId="LiveId" clId="{7874C122-5C46-49EC-9771-BB17C017B2A9}" dt="2026-08-24T14:14:45.897" v="2909" actId="20577"/>
        <pc:sldMkLst>
          <pc:docMk/>
          <pc:sldMk cId="928958865" sldId="279"/>
        </pc:sldMkLst>
        <pc:picChg chg="add mod">
          <ac:chgData name="GranitAI Granit" userId="9dd391034acca3be" providerId="LiveId" clId="{7874C122-5C46-49EC-9771-BB17C017B2A9}" dt="2026-08-24T14:14:24.518" v="2856" actId="1076"/>
          <ac:picMkLst>
            <pc:docMk/>
            <pc:sldMk cId="928958865" sldId="279"/>
            <ac:picMk id="6" creationId="{9A93F3E3-4F9A-F2A8-C766-DEB828C92382}"/>
          </ac:picMkLst>
        </pc:picChg>
      </pc:sldChg>
      <pc:sldChg chg="addSp new mod">
        <pc:chgData name="GranitAI Granit" userId="9dd391034acca3be" providerId="LiveId" clId="{7874C122-5C46-49EC-9771-BB17C017B2A9}" dt="2026-08-24T14:18:44.959" v="2911" actId="22"/>
        <pc:sldMkLst>
          <pc:docMk/>
          <pc:sldMk cId="2323003963" sldId="280"/>
        </pc:sldMkLst>
        <pc:picChg chg="add">
          <ac:chgData name="GranitAI Granit" userId="9dd391034acca3be" providerId="LiveId" clId="{7874C122-5C46-49EC-9771-BB17C017B2A9}" dt="2026-08-24T14:18:44.959" v="2911" actId="22"/>
          <ac:picMkLst>
            <pc:docMk/>
            <pc:sldMk cId="2323003963" sldId="280"/>
            <ac:picMk id="6" creationId="{5A21BDAE-694F-DC21-75B2-9C1B4BF105C0}"/>
          </ac:picMkLst>
        </pc:picChg>
      </pc:sldChg>
      <pc:sldMasterChg chg="add del addSldLayout delSldLayout">
        <pc:chgData name="GranitAI Granit" userId="9dd391034acca3be" providerId="LiveId" clId="{7874C122-5C46-49EC-9771-BB17C017B2A9}" dt="2026-08-24T10:53:11.268" v="6" actId="26606"/>
        <pc:sldMasterMkLst>
          <pc:docMk/>
          <pc:sldMasterMk cId="4285976394" sldId="2147483648"/>
        </pc:sldMasterMkLst>
        <pc:sldLayoutChg chg="add del">
          <pc:chgData name="GranitAI Granit" userId="9dd391034acca3be" providerId="LiveId" clId="{7874C122-5C46-49EC-9771-BB17C017B2A9}" dt="2026-08-24T10:53:11.268" v="6" actId="26606"/>
          <pc:sldLayoutMkLst>
            <pc:docMk/>
            <pc:sldMasterMk cId="4285976394" sldId="2147483648"/>
            <pc:sldLayoutMk cId="1556183149" sldId="2147483649"/>
          </pc:sldLayoutMkLst>
        </pc:sldLayoutChg>
        <pc:sldLayoutChg chg="add del">
          <pc:chgData name="GranitAI Granit" userId="9dd391034acca3be" providerId="LiveId" clId="{7874C122-5C46-49EC-9771-BB17C017B2A9}" dt="2026-08-24T10:53:11.268" v="6" actId="26606"/>
          <pc:sldLayoutMkLst>
            <pc:docMk/>
            <pc:sldMasterMk cId="4285976394" sldId="2147483648"/>
            <pc:sldLayoutMk cId="3316438773" sldId="2147483650"/>
          </pc:sldLayoutMkLst>
        </pc:sldLayoutChg>
        <pc:sldLayoutChg chg="add del">
          <pc:chgData name="GranitAI Granit" userId="9dd391034acca3be" providerId="LiveId" clId="{7874C122-5C46-49EC-9771-BB17C017B2A9}" dt="2026-08-24T10:53:11.268" v="6" actId="26606"/>
          <pc:sldLayoutMkLst>
            <pc:docMk/>
            <pc:sldMasterMk cId="4285976394" sldId="2147483648"/>
            <pc:sldLayoutMk cId="1520765144" sldId="2147483651"/>
          </pc:sldLayoutMkLst>
        </pc:sldLayoutChg>
        <pc:sldLayoutChg chg="add del">
          <pc:chgData name="GranitAI Granit" userId="9dd391034acca3be" providerId="LiveId" clId="{7874C122-5C46-49EC-9771-BB17C017B2A9}" dt="2026-08-24T10:53:11.268" v="6" actId="26606"/>
          <pc:sldLayoutMkLst>
            <pc:docMk/>
            <pc:sldMasterMk cId="4285976394" sldId="2147483648"/>
            <pc:sldLayoutMk cId="3946740866" sldId="2147483652"/>
          </pc:sldLayoutMkLst>
        </pc:sldLayoutChg>
        <pc:sldLayoutChg chg="add del">
          <pc:chgData name="GranitAI Granit" userId="9dd391034acca3be" providerId="LiveId" clId="{7874C122-5C46-49EC-9771-BB17C017B2A9}" dt="2026-08-24T10:53:11.268" v="6" actId="26606"/>
          <pc:sldLayoutMkLst>
            <pc:docMk/>
            <pc:sldMasterMk cId="4285976394" sldId="2147483648"/>
            <pc:sldLayoutMk cId="2750324799" sldId="2147483653"/>
          </pc:sldLayoutMkLst>
        </pc:sldLayoutChg>
        <pc:sldLayoutChg chg="add del">
          <pc:chgData name="GranitAI Granit" userId="9dd391034acca3be" providerId="LiveId" clId="{7874C122-5C46-49EC-9771-BB17C017B2A9}" dt="2026-08-24T10:53:11.268" v="6" actId="26606"/>
          <pc:sldLayoutMkLst>
            <pc:docMk/>
            <pc:sldMasterMk cId="4285976394" sldId="2147483648"/>
            <pc:sldLayoutMk cId="3571910513" sldId="2147483654"/>
          </pc:sldLayoutMkLst>
        </pc:sldLayoutChg>
        <pc:sldLayoutChg chg="add del">
          <pc:chgData name="GranitAI Granit" userId="9dd391034acca3be" providerId="LiveId" clId="{7874C122-5C46-49EC-9771-BB17C017B2A9}" dt="2026-08-24T10:53:11.268" v="6" actId="26606"/>
          <pc:sldLayoutMkLst>
            <pc:docMk/>
            <pc:sldMasterMk cId="4285976394" sldId="2147483648"/>
            <pc:sldLayoutMk cId="3630805133" sldId="2147483655"/>
          </pc:sldLayoutMkLst>
        </pc:sldLayoutChg>
        <pc:sldLayoutChg chg="add del">
          <pc:chgData name="GranitAI Granit" userId="9dd391034acca3be" providerId="LiveId" clId="{7874C122-5C46-49EC-9771-BB17C017B2A9}" dt="2026-08-24T10:53:11.268" v="6" actId="26606"/>
          <pc:sldLayoutMkLst>
            <pc:docMk/>
            <pc:sldMasterMk cId="4285976394" sldId="2147483648"/>
            <pc:sldLayoutMk cId="642187064" sldId="2147483656"/>
          </pc:sldLayoutMkLst>
        </pc:sldLayoutChg>
        <pc:sldLayoutChg chg="add del">
          <pc:chgData name="GranitAI Granit" userId="9dd391034acca3be" providerId="LiveId" clId="{7874C122-5C46-49EC-9771-BB17C017B2A9}" dt="2026-08-24T10:53:11.268" v="6" actId="26606"/>
          <pc:sldLayoutMkLst>
            <pc:docMk/>
            <pc:sldMasterMk cId="4285976394" sldId="2147483648"/>
            <pc:sldLayoutMk cId="3892756338" sldId="2147483657"/>
          </pc:sldLayoutMkLst>
        </pc:sldLayoutChg>
        <pc:sldLayoutChg chg="add del">
          <pc:chgData name="GranitAI Granit" userId="9dd391034acca3be" providerId="LiveId" clId="{7874C122-5C46-49EC-9771-BB17C017B2A9}" dt="2026-08-24T10:53:11.268" v="6" actId="26606"/>
          <pc:sldLayoutMkLst>
            <pc:docMk/>
            <pc:sldMasterMk cId="4285976394" sldId="2147483648"/>
            <pc:sldLayoutMk cId="952826998" sldId="2147483658"/>
          </pc:sldLayoutMkLst>
        </pc:sldLayoutChg>
        <pc:sldLayoutChg chg="add del">
          <pc:chgData name="GranitAI Granit" userId="9dd391034acca3be" providerId="LiveId" clId="{7874C122-5C46-49EC-9771-BB17C017B2A9}" dt="2026-08-24T10:53:11.268" v="6" actId="26606"/>
          <pc:sldLayoutMkLst>
            <pc:docMk/>
            <pc:sldMasterMk cId="4285976394" sldId="2147483648"/>
            <pc:sldLayoutMk cId="1244193267" sldId="2147483659"/>
          </pc:sldLayoutMkLst>
        </pc:sldLayoutChg>
      </pc:sldMasterChg>
      <pc:sldMasterChg chg="add replId addSldLayout">
        <pc:chgData name="GranitAI Granit" userId="9dd391034acca3be" providerId="LiveId" clId="{7874C122-5C46-49EC-9771-BB17C017B2A9}" dt="2026-08-24T10:53:11.268" v="6" actId="26606"/>
        <pc:sldMasterMkLst>
          <pc:docMk/>
          <pc:sldMasterMk cId="4200780851" sldId="2147483660"/>
        </pc:sldMasterMkLst>
        <pc:sldLayoutChg chg="add">
          <pc:chgData name="GranitAI Granit" userId="9dd391034acca3be" providerId="LiveId" clId="{7874C122-5C46-49EC-9771-BB17C017B2A9}" dt="2026-08-24T10:53:11.268" v="6" actId="26606"/>
          <pc:sldLayoutMkLst>
            <pc:docMk/>
            <pc:sldMasterMk cId="4200780851" sldId="2147483660"/>
            <pc:sldLayoutMk cId="3023331446" sldId="2147483661"/>
          </pc:sldLayoutMkLst>
        </pc:sldLayoutChg>
        <pc:sldLayoutChg chg="add replId">
          <pc:chgData name="GranitAI Granit" userId="9dd391034acca3be" providerId="LiveId" clId="{7874C122-5C46-49EC-9771-BB17C017B2A9}" dt="2026-08-24T10:53:11.268" v="6" actId="26606"/>
          <pc:sldLayoutMkLst>
            <pc:docMk/>
            <pc:sldMasterMk cId="4200780851" sldId="2147483660"/>
            <pc:sldLayoutMk cId="1620361444" sldId="2147483662"/>
          </pc:sldLayoutMkLst>
        </pc:sldLayoutChg>
        <pc:sldLayoutChg chg="add replId">
          <pc:chgData name="GranitAI Granit" userId="9dd391034acca3be" providerId="LiveId" clId="{7874C122-5C46-49EC-9771-BB17C017B2A9}" dt="2026-08-24T10:53:11.268" v="6" actId="26606"/>
          <pc:sldLayoutMkLst>
            <pc:docMk/>
            <pc:sldMasterMk cId="4200780851" sldId="2147483660"/>
            <pc:sldLayoutMk cId="1572308018" sldId="2147483663"/>
          </pc:sldLayoutMkLst>
        </pc:sldLayoutChg>
        <pc:sldLayoutChg chg="add replId">
          <pc:chgData name="GranitAI Granit" userId="9dd391034acca3be" providerId="LiveId" clId="{7874C122-5C46-49EC-9771-BB17C017B2A9}" dt="2026-08-24T10:53:11.268" v="6" actId="26606"/>
          <pc:sldLayoutMkLst>
            <pc:docMk/>
            <pc:sldMasterMk cId="4200780851" sldId="2147483660"/>
            <pc:sldLayoutMk cId="2203479717" sldId="2147483664"/>
          </pc:sldLayoutMkLst>
        </pc:sldLayoutChg>
        <pc:sldLayoutChg chg="add replId">
          <pc:chgData name="GranitAI Granit" userId="9dd391034acca3be" providerId="LiveId" clId="{7874C122-5C46-49EC-9771-BB17C017B2A9}" dt="2026-08-24T10:53:11.268" v="6" actId="26606"/>
          <pc:sldLayoutMkLst>
            <pc:docMk/>
            <pc:sldMasterMk cId="4200780851" sldId="2147483660"/>
            <pc:sldLayoutMk cId="3628220463" sldId="2147483665"/>
          </pc:sldLayoutMkLst>
        </pc:sldLayoutChg>
        <pc:sldLayoutChg chg="add replId">
          <pc:chgData name="GranitAI Granit" userId="9dd391034acca3be" providerId="LiveId" clId="{7874C122-5C46-49EC-9771-BB17C017B2A9}" dt="2026-08-24T10:53:11.268" v="6" actId="26606"/>
          <pc:sldLayoutMkLst>
            <pc:docMk/>
            <pc:sldMasterMk cId="4200780851" sldId="2147483660"/>
            <pc:sldLayoutMk cId="3620861259" sldId="2147483666"/>
          </pc:sldLayoutMkLst>
        </pc:sldLayoutChg>
        <pc:sldLayoutChg chg="add replId">
          <pc:chgData name="GranitAI Granit" userId="9dd391034acca3be" providerId="LiveId" clId="{7874C122-5C46-49EC-9771-BB17C017B2A9}" dt="2026-08-24T10:53:11.268" v="6" actId="26606"/>
          <pc:sldLayoutMkLst>
            <pc:docMk/>
            <pc:sldMasterMk cId="4200780851" sldId="2147483660"/>
            <pc:sldLayoutMk cId="3671971947" sldId="2147483667"/>
          </pc:sldLayoutMkLst>
        </pc:sldLayoutChg>
        <pc:sldLayoutChg chg="add replId">
          <pc:chgData name="GranitAI Granit" userId="9dd391034acca3be" providerId="LiveId" clId="{7874C122-5C46-49EC-9771-BB17C017B2A9}" dt="2026-08-24T10:53:11.268" v="6" actId="26606"/>
          <pc:sldLayoutMkLst>
            <pc:docMk/>
            <pc:sldMasterMk cId="4200780851" sldId="2147483660"/>
            <pc:sldLayoutMk cId="1257195742" sldId="2147483668"/>
          </pc:sldLayoutMkLst>
        </pc:sldLayoutChg>
        <pc:sldLayoutChg chg="add replId">
          <pc:chgData name="GranitAI Granit" userId="9dd391034acca3be" providerId="LiveId" clId="{7874C122-5C46-49EC-9771-BB17C017B2A9}" dt="2026-08-24T10:53:11.268" v="6" actId="26606"/>
          <pc:sldLayoutMkLst>
            <pc:docMk/>
            <pc:sldMasterMk cId="4200780851" sldId="2147483660"/>
            <pc:sldLayoutMk cId="2522579689" sldId="2147483669"/>
          </pc:sldLayoutMkLst>
        </pc:sldLayoutChg>
        <pc:sldLayoutChg chg="add replId">
          <pc:chgData name="GranitAI Granit" userId="9dd391034acca3be" providerId="LiveId" clId="{7874C122-5C46-49EC-9771-BB17C017B2A9}" dt="2026-08-24T10:53:11.268" v="6" actId="26606"/>
          <pc:sldLayoutMkLst>
            <pc:docMk/>
            <pc:sldMasterMk cId="4200780851" sldId="2147483660"/>
            <pc:sldLayoutMk cId="2836018690" sldId="2147483670"/>
          </pc:sldLayoutMkLst>
        </pc:sldLayoutChg>
        <pc:sldLayoutChg chg="add replId">
          <pc:chgData name="GranitAI Granit" userId="9dd391034acca3be" providerId="LiveId" clId="{7874C122-5C46-49EC-9771-BB17C017B2A9}" dt="2026-08-24T10:53:11.268" v="6" actId="26606"/>
          <pc:sldLayoutMkLst>
            <pc:docMk/>
            <pc:sldMasterMk cId="4200780851" sldId="2147483660"/>
            <pc:sldLayoutMk cId="539052432" sldId="2147483671"/>
          </pc:sldLayoutMkLst>
        </pc:sldLayoutChg>
      </pc:sldMasterChg>
      <pc:sldMasterChg chg="add del addSldLayout delSldLayout">
        <pc:chgData name="GranitAI Granit" userId="9dd391034acca3be" providerId="LiveId" clId="{7874C122-5C46-49EC-9771-BB17C017B2A9}" dt="2026-08-24T10:53:11.212" v="5" actId="26606"/>
        <pc:sldMasterMkLst>
          <pc:docMk/>
          <pc:sldMasterMk cId="1701680099" sldId="2147483686"/>
        </pc:sldMasterMkLst>
        <pc:sldLayoutChg chg="add del">
          <pc:chgData name="GranitAI Granit" userId="9dd391034acca3be" providerId="LiveId" clId="{7874C122-5C46-49EC-9771-BB17C017B2A9}" dt="2026-08-24T10:53:11.212" v="5" actId="26606"/>
          <pc:sldLayoutMkLst>
            <pc:docMk/>
            <pc:sldMasterMk cId="1701680099" sldId="2147483686"/>
            <pc:sldLayoutMk cId="3918412401" sldId="2147483675"/>
          </pc:sldLayoutMkLst>
        </pc:sldLayoutChg>
        <pc:sldLayoutChg chg="add del">
          <pc:chgData name="GranitAI Granit" userId="9dd391034acca3be" providerId="LiveId" clId="{7874C122-5C46-49EC-9771-BB17C017B2A9}" dt="2026-08-24T10:53:11.212" v="5" actId="26606"/>
          <pc:sldLayoutMkLst>
            <pc:docMk/>
            <pc:sldMasterMk cId="1701680099" sldId="2147483686"/>
            <pc:sldLayoutMk cId="1022979889" sldId="2147483676"/>
          </pc:sldLayoutMkLst>
        </pc:sldLayoutChg>
        <pc:sldLayoutChg chg="add del">
          <pc:chgData name="GranitAI Granit" userId="9dd391034acca3be" providerId="LiveId" clId="{7874C122-5C46-49EC-9771-BB17C017B2A9}" dt="2026-08-24T10:53:11.212" v="5" actId="26606"/>
          <pc:sldLayoutMkLst>
            <pc:docMk/>
            <pc:sldMasterMk cId="1701680099" sldId="2147483686"/>
            <pc:sldLayoutMk cId="585693232" sldId="2147483677"/>
          </pc:sldLayoutMkLst>
        </pc:sldLayoutChg>
        <pc:sldLayoutChg chg="add del">
          <pc:chgData name="GranitAI Granit" userId="9dd391034acca3be" providerId="LiveId" clId="{7874C122-5C46-49EC-9771-BB17C017B2A9}" dt="2026-08-24T10:53:11.212" v="5" actId="26606"/>
          <pc:sldLayoutMkLst>
            <pc:docMk/>
            <pc:sldMasterMk cId="1701680099" sldId="2147483686"/>
            <pc:sldLayoutMk cId="221882889" sldId="2147483678"/>
          </pc:sldLayoutMkLst>
        </pc:sldLayoutChg>
        <pc:sldLayoutChg chg="add del">
          <pc:chgData name="GranitAI Granit" userId="9dd391034acca3be" providerId="LiveId" clId="{7874C122-5C46-49EC-9771-BB17C017B2A9}" dt="2026-08-24T10:53:11.212" v="5" actId="26606"/>
          <pc:sldLayoutMkLst>
            <pc:docMk/>
            <pc:sldMasterMk cId="1701680099" sldId="2147483686"/>
            <pc:sldLayoutMk cId="4185952105" sldId="2147483679"/>
          </pc:sldLayoutMkLst>
        </pc:sldLayoutChg>
        <pc:sldLayoutChg chg="add del">
          <pc:chgData name="GranitAI Granit" userId="9dd391034acca3be" providerId="LiveId" clId="{7874C122-5C46-49EC-9771-BB17C017B2A9}" dt="2026-08-24T10:53:11.212" v="5" actId="26606"/>
          <pc:sldLayoutMkLst>
            <pc:docMk/>
            <pc:sldMasterMk cId="1701680099" sldId="2147483686"/>
            <pc:sldLayoutMk cId="1538816394" sldId="2147483680"/>
          </pc:sldLayoutMkLst>
        </pc:sldLayoutChg>
        <pc:sldLayoutChg chg="add del">
          <pc:chgData name="GranitAI Granit" userId="9dd391034acca3be" providerId="LiveId" clId="{7874C122-5C46-49EC-9771-BB17C017B2A9}" dt="2026-08-24T10:53:11.212" v="5" actId="26606"/>
          <pc:sldLayoutMkLst>
            <pc:docMk/>
            <pc:sldMasterMk cId="1701680099" sldId="2147483686"/>
            <pc:sldLayoutMk cId="4091049706" sldId="2147483681"/>
          </pc:sldLayoutMkLst>
        </pc:sldLayoutChg>
        <pc:sldLayoutChg chg="add del">
          <pc:chgData name="GranitAI Granit" userId="9dd391034acca3be" providerId="LiveId" clId="{7874C122-5C46-49EC-9771-BB17C017B2A9}" dt="2026-08-24T10:53:11.212" v="5" actId="26606"/>
          <pc:sldLayoutMkLst>
            <pc:docMk/>
            <pc:sldMasterMk cId="1701680099" sldId="2147483686"/>
            <pc:sldLayoutMk cId="1579281323" sldId="2147483682"/>
          </pc:sldLayoutMkLst>
        </pc:sldLayoutChg>
        <pc:sldLayoutChg chg="add del">
          <pc:chgData name="GranitAI Granit" userId="9dd391034acca3be" providerId="LiveId" clId="{7874C122-5C46-49EC-9771-BB17C017B2A9}" dt="2026-08-24T10:53:11.212" v="5" actId="26606"/>
          <pc:sldLayoutMkLst>
            <pc:docMk/>
            <pc:sldMasterMk cId="1701680099" sldId="2147483686"/>
            <pc:sldLayoutMk cId="205693523" sldId="2147483683"/>
          </pc:sldLayoutMkLst>
        </pc:sldLayoutChg>
        <pc:sldLayoutChg chg="add del">
          <pc:chgData name="GranitAI Granit" userId="9dd391034acca3be" providerId="LiveId" clId="{7874C122-5C46-49EC-9771-BB17C017B2A9}" dt="2026-08-24T10:53:11.212" v="5" actId="26606"/>
          <pc:sldLayoutMkLst>
            <pc:docMk/>
            <pc:sldMasterMk cId="1701680099" sldId="2147483686"/>
            <pc:sldLayoutMk cId="3069627251" sldId="2147483684"/>
          </pc:sldLayoutMkLst>
        </pc:sldLayoutChg>
        <pc:sldLayoutChg chg="add del">
          <pc:chgData name="GranitAI Granit" userId="9dd391034acca3be" providerId="LiveId" clId="{7874C122-5C46-49EC-9771-BB17C017B2A9}" dt="2026-08-24T10:53:11.212" v="5" actId="26606"/>
          <pc:sldLayoutMkLst>
            <pc:docMk/>
            <pc:sldMasterMk cId="1701680099" sldId="2147483686"/>
            <pc:sldLayoutMk cId="1796191136" sldId="2147483685"/>
          </pc:sldLayoutMkLst>
        </pc:sldLayoutChg>
      </pc:sldMasterChg>
      <pc:sldMasterChg chg="add del addSldLayout delSldLayout">
        <pc:chgData name="GranitAI Granit" userId="9dd391034acca3be" providerId="LiveId" clId="{7874C122-5C46-49EC-9771-BB17C017B2A9}" dt="2026-08-24T10:53:05.268" v="3" actId="26606"/>
        <pc:sldMasterMkLst>
          <pc:docMk/>
          <pc:sldMasterMk cId="2095261635" sldId="2147483712"/>
        </pc:sldMasterMkLst>
        <pc:sldLayoutChg chg="add del">
          <pc:chgData name="GranitAI Granit" userId="9dd391034acca3be" providerId="LiveId" clId="{7874C122-5C46-49EC-9771-BB17C017B2A9}" dt="2026-08-24T10:53:05.268" v="3" actId="26606"/>
          <pc:sldLayoutMkLst>
            <pc:docMk/>
            <pc:sldMasterMk cId="2095261635" sldId="2147483712"/>
            <pc:sldLayoutMk cId="827370746" sldId="2147483701"/>
          </pc:sldLayoutMkLst>
        </pc:sldLayoutChg>
        <pc:sldLayoutChg chg="add del">
          <pc:chgData name="GranitAI Granit" userId="9dd391034acca3be" providerId="LiveId" clId="{7874C122-5C46-49EC-9771-BB17C017B2A9}" dt="2026-08-24T10:53:05.268" v="3" actId="26606"/>
          <pc:sldLayoutMkLst>
            <pc:docMk/>
            <pc:sldMasterMk cId="2095261635" sldId="2147483712"/>
            <pc:sldLayoutMk cId="2600276490" sldId="2147483702"/>
          </pc:sldLayoutMkLst>
        </pc:sldLayoutChg>
        <pc:sldLayoutChg chg="add del">
          <pc:chgData name="GranitAI Granit" userId="9dd391034acca3be" providerId="LiveId" clId="{7874C122-5C46-49EC-9771-BB17C017B2A9}" dt="2026-08-24T10:53:05.268" v="3" actId="26606"/>
          <pc:sldLayoutMkLst>
            <pc:docMk/>
            <pc:sldMasterMk cId="2095261635" sldId="2147483712"/>
            <pc:sldLayoutMk cId="1699856479" sldId="2147483703"/>
          </pc:sldLayoutMkLst>
        </pc:sldLayoutChg>
        <pc:sldLayoutChg chg="add del">
          <pc:chgData name="GranitAI Granit" userId="9dd391034acca3be" providerId="LiveId" clId="{7874C122-5C46-49EC-9771-BB17C017B2A9}" dt="2026-08-24T10:53:05.268" v="3" actId="26606"/>
          <pc:sldLayoutMkLst>
            <pc:docMk/>
            <pc:sldMasterMk cId="2095261635" sldId="2147483712"/>
            <pc:sldLayoutMk cId="2017608505" sldId="2147483704"/>
          </pc:sldLayoutMkLst>
        </pc:sldLayoutChg>
        <pc:sldLayoutChg chg="add del">
          <pc:chgData name="GranitAI Granit" userId="9dd391034acca3be" providerId="LiveId" clId="{7874C122-5C46-49EC-9771-BB17C017B2A9}" dt="2026-08-24T10:53:05.268" v="3" actId="26606"/>
          <pc:sldLayoutMkLst>
            <pc:docMk/>
            <pc:sldMasterMk cId="2095261635" sldId="2147483712"/>
            <pc:sldLayoutMk cId="17909220" sldId="2147483705"/>
          </pc:sldLayoutMkLst>
        </pc:sldLayoutChg>
        <pc:sldLayoutChg chg="add del">
          <pc:chgData name="GranitAI Granit" userId="9dd391034acca3be" providerId="LiveId" clId="{7874C122-5C46-49EC-9771-BB17C017B2A9}" dt="2026-08-24T10:53:05.268" v="3" actId="26606"/>
          <pc:sldLayoutMkLst>
            <pc:docMk/>
            <pc:sldMasterMk cId="2095261635" sldId="2147483712"/>
            <pc:sldLayoutMk cId="4091770633" sldId="2147483706"/>
          </pc:sldLayoutMkLst>
        </pc:sldLayoutChg>
        <pc:sldLayoutChg chg="add del">
          <pc:chgData name="GranitAI Granit" userId="9dd391034acca3be" providerId="LiveId" clId="{7874C122-5C46-49EC-9771-BB17C017B2A9}" dt="2026-08-24T10:53:05.268" v="3" actId="26606"/>
          <pc:sldLayoutMkLst>
            <pc:docMk/>
            <pc:sldMasterMk cId="2095261635" sldId="2147483712"/>
            <pc:sldLayoutMk cId="1307097027" sldId="2147483707"/>
          </pc:sldLayoutMkLst>
        </pc:sldLayoutChg>
        <pc:sldLayoutChg chg="add del">
          <pc:chgData name="GranitAI Granit" userId="9dd391034acca3be" providerId="LiveId" clId="{7874C122-5C46-49EC-9771-BB17C017B2A9}" dt="2026-08-24T10:53:05.268" v="3" actId="26606"/>
          <pc:sldLayoutMkLst>
            <pc:docMk/>
            <pc:sldMasterMk cId="2095261635" sldId="2147483712"/>
            <pc:sldLayoutMk cId="1268450869" sldId="2147483708"/>
          </pc:sldLayoutMkLst>
        </pc:sldLayoutChg>
        <pc:sldLayoutChg chg="add del">
          <pc:chgData name="GranitAI Granit" userId="9dd391034acca3be" providerId="LiveId" clId="{7874C122-5C46-49EC-9771-BB17C017B2A9}" dt="2026-08-24T10:53:05.268" v="3" actId="26606"/>
          <pc:sldLayoutMkLst>
            <pc:docMk/>
            <pc:sldMasterMk cId="2095261635" sldId="2147483712"/>
            <pc:sldLayoutMk cId="4108605319" sldId="2147483709"/>
          </pc:sldLayoutMkLst>
        </pc:sldLayoutChg>
        <pc:sldLayoutChg chg="add del">
          <pc:chgData name="GranitAI Granit" userId="9dd391034acca3be" providerId="LiveId" clId="{7874C122-5C46-49EC-9771-BB17C017B2A9}" dt="2026-08-24T10:53:05.268" v="3" actId="26606"/>
          <pc:sldLayoutMkLst>
            <pc:docMk/>
            <pc:sldMasterMk cId="2095261635" sldId="2147483712"/>
            <pc:sldLayoutMk cId="740843998" sldId="2147483710"/>
          </pc:sldLayoutMkLst>
        </pc:sldLayoutChg>
        <pc:sldLayoutChg chg="add del">
          <pc:chgData name="GranitAI Granit" userId="9dd391034acca3be" providerId="LiveId" clId="{7874C122-5C46-49EC-9771-BB17C017B2A9}" dt="2026-08-24T10:53:05.268" v="3" actId="26606"/>
          <pc:sldLayoutMkLst>
            <pc:docMk/>
            <pc:sldMasterMk cId="2095261635" sldId="2147483712"/>
            <pc:sldLayoutMk cId="74219653" sldId="2147483711"/>
          </pc:sldLayoutMkLst>
        </pc:sldLayoutChg>
      </pc:sldMasterChg>
      <pc:sldMasterChg chg="add del addSldLayout delSldLayout">
        <pc:chgData name="GranitAI Granit" userId="9dd391034acca3be" providerId="LiveId" clId="{7874C122-5C46-49EC-9771-BB17C017B2A9}" dt="2026-08-24T10:53:02.900" v="1" actId="26606"/>
        <pc:sldMasterMkLst>
          <pc:docMk/>
          <pc:sldMasterMk cId="3096768604" sldId="2147483725"/>
        </pc:sldMasterMkLst>
        <pc:sldLayoutChg chg="add del">
          <pc:chgData name="GranitAI Granit" userId="9dd391034acca3be" providerId="LiveId" clId="{7874C122-5C46-49EC-9771-BB17C017B2A9}" dt="2026-08-24T10:53:02.900" v="1" actId="26606"/>
          <pc:sldLayoutMkLst>
            <pc:docMk/>
            <pc:sldMasterMk cId="3096768604" sldId="2147483725"/>
            <pc:sldLayoutMk cId="2817009805" sldId="2147483714"/>
          </pc:sldLayoutMkLst>
        </pc:sldLayoutChg>
        <pc:sldLayoutChg chg="add del">
          <pc:chgData name="GranitAI Granit" userId="9dd391034acca3be" providerId="LiveId" clId="{7874C122-5C46-49EC-9771-BB17C017B2A9}" dt="2026-08-24T10:53:02.900" v="1" actId="26606"/>
          <pc:sldLayoutMkLst>
            <pc:docMk/>
            <pc:sldMasterMk cId="3096768604" sldId="2147483725"/>
            <pc:sldLayoutMk cId="3651215942" sldId="2147483715"/>
          </pc:sldLayoutMkLst>
        </pc:sldLayoutChg>
        <pc:sldLayoutChg chg="add del">
          <pc:chgData name="GranitAI Granit" userId="9dd391034acca3be" providerId="LiveId" clId="{7874C122-5C46-49EC-9771-BB17C017B2A9}" dt="2026-08-24T10:53:02.900" v="1" actId="26606"/>
          <pc:sldLayoutMkLst>
            <pc:docMk/>
            <pc:sldMasterMk cId="3096768604" sldId="2147483725"/>
            <pc:sldLayoutMk cId="143127550" sldId="2147483716"/>
          </pc:sldLayoutMkLst>
        </pc:sldLayoutChg>
        <pc:sldLayoutChg chg="add del">
          <pc:chgData name="GranitAI Granit" userId="9dd391034acca3be" providerId="LiveId" clId="{7874C122-5C46-49EC-9771-BB17C017B2A9}" dt="2026-08-24T10:53:02.900" v="1" actId="26606"/>
          <pc:sldLayoutMkLst>
            <pc:docMk/>
            <pc:sldMasterMk cId="3096768604" sldId="2147483725"/>
            <pc:sldLayoutMk cId="4026598595" sldId="2147483717"/>
          </pc:sldLayoutMkLst>
        </pc:sldLayoutChg>
        <pc:sldLayoutChg chg="add del">
          <pc:chgData name="GranitAI Granit" userId="9dd391034acca3be" providerId="LiveId" clId="{7874C122-5C46-49EC-9771-BB17C017B2A9}" dt="2026-08-24T10:53:02.900" v="1" actId="26606"/>
          <pc:sldLayoutMkLst>
            <pc:docMk/>
            <pc:sldMasterMk cId="3096768604" sldId="2147483725"/>
            <pc:sldLayoutMk cId="3363547992" sldId="2147483718"/>
          </pc:sldLayoutMkLst>
        </pc:sldLayoutChg>
        <pc:sldLayoutChg chg="add del">
          <pc:chgData name="GranitAI Granit" userId="9dd391034acca3be" providerId="LiveId" clId="{7874C122-5C46-49EC-9771-BB17C017B2A9}" dt="2026-08-24T10:53:02.900" v="1" actId="26606"/>
          <pc:sldLayoutMkLst>
            <pc:docMk/>
            <pc:sldMasterMk cId="3096768604" sldId="2147483725"/>
            <pc:sldLayoutMk cId="2119711775" sldId="2147483719"/>
          </pc:sldLayoutMkLst>
        </pc:sldLayoutChg>
        <pc:sldLayoutChg chg="add del">
          <pc:chgData name="GranitAI Granit" userId="9dd391034acca3be" providerId="LiveId" clId="{7874C122-5C46-49EC-9771-BB17C017B2A9}" dt="2026-08-24T10:53:02.900" v="1" actId="26606"/>
          <pc:sldLayoutMkLst>
            <pc:docMk/>
            <pc:sldMasterMk cId="3096768604" sldId="2147483725"/>
            <pc:sldLayoutMk cId="3250808075" sldId="2147483720"/>
          </pc:sldLayoutMkLst>
        </pc:sldLayoutChg>
        <pc:sldLayoutChg chg="add del">
          <pc:chgData name="GranitAI Granit" userId="9dd391034acca3be" providerId="LiveId" clId="{7874C122-5C46-49EC-9771-BB17C017B2A9}" dt="2026-08-24T10:53:02.900" v="1" actId="26606"/>
          <pc:sldLayoutMkLst>
            <pc:docMk/>
            <pc:sldMasterMk cId="3096768604" sldId="2147483725"/>
            <pc:sldLayoutMk cId="1804295748" sldId="2147483721"/>
          </pc:sldLayoutMkLst>
        </pc:sldLayoutChg>
        <pc:sldLayoutChg chg="add del">
          <pc:chgData name="GranitAI Granit" userId="9dd391034acca3be" providerId="LiveId" clId="{7874C122-5C46-49EC-9771-BB17C017B2A9}" dt="2026-08-24T10:53:02.900" v="1" actId="26606"/>
          <pc:sldLayoutMkLst>
            <pc:docMk/>
            <pc:sldMasterMk cId="3096768604" sldId="2147483725"/>
            <pc:sldLayoutMk cId="1049781182" sldId="2147483722"/>
          </pc:sldLayoutMkLst>
        </pc:sldLayoutChg>
        <pc:sldLayoutChg chg="add del">
          <pc:chgData name="GranitAI Granit" userId="9dd391034acca3be" providerId="LiveId" clId="{7874C122-5C46-49EC-9771-BB17C017B2A9}" dt="2026-08-24T10:53:02.900" v="1" actId="26606"/>
          <pc:sldLayoutMkLst>
            <pc:docMk/>
            <pc:sldMasterMk cId="3096768604" sldId="2147483725"/>
            <pc:sldLayoutMk cId="4239053976" sldId="2147483723"/>
          </pc:sldLayoutMkLst>
        </pc:sldLayoutChg>
        <pc:sldLayoutChg chg="add del">
          <pc:chgData name="GranitAI Granit" userId="9dd391034acca3be" providerId="LiveId" clId="{7874C122-5C46-49EC-9771-BB17C017B2A9}" dt="2026-08-24T10:53:02.900" v="1" actId="26606"/>
          <pc:sldLayoutMkLst>
            <pc:docMk/>
            <pc:sldMasterMk cId="3096768604" sldId="2147483725"/>
            <pc:sldLayoutMk cId="4283619137" sldId="214748372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B5CAE1-8AE3-4431-8AE4-9B8462BE591F}" type="datetimeFigureOut">
              <a:rPr lang="en-GB" smtClean="0"/>
              <a:t>24/08/2026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3FDD79-97F3-4517-8506-2437808A9B35}" type="slidenum">
              <a:rPr lang="en-GB" smtClean="0"/>
              <a:t>‹#›</a:t>
            </a:fld>
            <a:endParaRPr lang="en-GB"/>
          </a:p>
        </p:txBody>
      </p:sp>
    </p:spTree>
    <p:extLst>
      <p:ext uri="{BB962C8B-B14F-4D97-AF65-F5344CB8AC3E}">
        <p14:creationId xmlns:p14="http://schemas.microsoft.com/office/powerpoint/2010/main" val="4236406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This is viewing in the Live Server (Ritwick Dey) on Visual Studio. </a:t>
            </a:r>
            <a:r>
              <a:rPr lang="en-US" b="1" i="1" dirty="0"/>
              <a:t>This is what we call a responsive page.</a:t>
            </a:r>
            <a:endParaRPr lang="en-GB" dirty="0"/>
          </a:p>
        </p:txBody>
      </p:sp>
      <p:sp>
        <p:nvSpPr>
          <p:cNvPr id="4" name="Slide Number Placeholder 3"/>
          <p:cNvSpPr>
            <a:spLocks noGrp="1"/>
          </p:cNvSpPr>
          <p:nvPr>
            <p:ph type="sldNum" sz="quarter" idx="5"/>
          </p:nvPr>
        </p:nvSpPr>
        <p:spPr/>
        <p:txBody>
          <a:bodyPr/>
          <a:lstStyle/>
          <a:p>
            <a:fld id="{F03FDD79-97F3-4517-8506-2437808A9B35}" type="slidenum">
              <a:rPr lang="en-GB" smtClean="0"/>
              <a:t>8</a:t>
            </a:fld>
            <a:endParaRPr lang="en-GB"/>
          </a:p>
        </p:txBody>
      </p:sp>
    </p:spTree>
    <p:extLst>
      <p:ext uri="{BB962C8B-B14F-4D97-AF65-F5344CB8AC3E}">
        <p14:creationId xmlns:p14="http://schemas.microsoft.com/office/powerpoint/2010/main" val="3744093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When we open out the page to its fullest width, all the text is available to </a:t>
            </a:r>
            <a:r>
              <a:rPr lang="en-US" b="1" i="1" dirty="0"/>
              <a:t>“view”. This is what we call a responsive page.</a:t>
            </a:r>
            <a:endParaRPr lang="en-GB" b="1" i="1" dirty="0"/>
          </a:p>
        </p:txBody>
      </p:sp>
      <p:sp>
        <p:nvSpPr>
          <p:cNvPr id="4" name="Slide Number Placeholder 3"/>
          <p:cNvSpPr>
            <a:spLocks noGrp="1"/>
          </p:cNvSpPr>
          <p:nvPr>
            <p:ph type="sldNum" sz="quarter" idx="5"/>
          </p:nvPr>
        </p:nvSpPr>
        <p:spPr/>
        <p:txBody>
          <a:bodyPr/>
          <a:lstStyle/>
          <a:p>
            <a:fld id="{F03FDD79-97F3-4517-8506-2437808A9B35}" type="slidenum">
              <a:rPr lang="en-GB" smtClean="0"/>
              <a:t>9</a:t>
            </a:fld>
            <a:endParaRPr lang="en-GB"/>
          </a:p>
        </p:txBody>
      </p:sp>
    </p:spTree>
    <p:extLst>
      <p:ext uri="{BB962C8B-B14F-4D97-AF65-F5344CB8AC3E}">
        <p14:creationId xmlns:p14="http://schemas.microsoft.com/office/powerpoint/2010/main" val="1382462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My webpage in </a:t>
            </a:r>
            <a:r>
              <a:rPr lang="en-US" dirty="0" err="1"/>
              <a:t>Netfly</a:t>
            </a:r>
            <a:r>
              <a:rPr lang="en-US" dirty="0"/>
              <a:t> has been give a new name: https://app.netlify.com/projects/magical-conkies-017779/overview</a:t>
            </a:r>
            <a:endParaRPr lang="en-GB" dirty="0"/>
          </a:p>
        </p:txBody>
      </p:sp>
      <p:sp>
        <p:nvSpPr>
          <p:cNvPr id="4" name="Slide Number Placeholder 3"/>
          <p:cNvSpPr>
            <a:spLocks noGrp="1"/>
          </p:cNvSpPr>
          <p:nvPr>
            <p:ph type="sldNum" sz="quarter" idx="5"/>
          </p:nvPr>
        </p:nvSpPr>
        <p:spPr/>
        <p:txBody>
          <a:bodyPr/>
          <a:lstStyle/>
          <a:p>
            <a:fld id="{F03FDD79-97F3-4517-8506-2437808A9B35}" type="slidenum">
              <a:rPr lang="en-GB" smtClean="0"/>
              <a:t>13</a:t>
            </a:fld>
            <a:endParaRPr lang="en-GB"/>
          </a:p>
        </p:txBody>
      </p:sp>
    </p:spTree>
    <p:extLst>
      <p:ext uri="{BB962C8B-B14F-4D97-AF65-F5344CB8AC3E}">
        <p14:creationId xmlns:p14="http://schemas.microsoft.com/office/powerpoint/2010/main" val="1566523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 </a:t>
            </a:r>
            <a:r>
              <a:rPr lang="en-GB" dirty="0">
                <a:effectLst/>
              </a:rPr>
              <a:t>"</a:t>
            </a:r>
            <a:r>
              <a:rPr lang="en-GB" b="1" i="1" dirty="0">
                <a:solidFill>
                  <a:srgbClr val="0070C0"/>
                </a:solidFill>
                <a:effectLst/>
                <a:highlight>
                  <a:srgbClr val="FFFF00"/>
                </a:highlight>
              </a:rPr>
              <a:t>Build and deployment" appears there, with a "Branch" dropdown to select "main" and a folder option set to "/ (root)."</a:t>
            </a:r>
          </a:p>
          <a:p>
            <a:endParaRPr lang="en-GB" dirty="0"/>
          </a:p>
        </p:txBody>
      </p:sp>
      <p:sp>
        <p:nvSpPr>
          <p:cNvPr id="4" name="Slide Number Placeholder 3"/>
          <p:cNvSpPr>
            <a:spLocks noGrp="1"/>
          </p:cNvSpPr>
          <p:nvPr>
            <p:ph type="sldNum" sz="quarter" idx="5"/>
          </p:nvPr>
        </p:nvSpPr>
        <p:spPr/>
        <p:txBody>
          <a:bodyPr/>
          <a:lstStyle/>
          <a:p>
            <a:fld id="{F03FDD79-97F3-4517-8506-2437808A9B35}" type="slidenum">
              <a:rPr lang="en-GB" smtClean="0"/>
              <a:t>16</a:t>
            </a:fld>
            <a:endParaRPr lang="en-GB"/>
          </a:p>
        </p:txBody>
      </p:sp>
    </p:spTree>
    <p:extLst>
      <p:ext uri="{BB962C8B-B14F-4D97-AF65-F5344CB8AC3E}">
        <p14:creationId xmlns:p14="http://schemas.microsoft.com/office/powerpoint/2010/main" val="21875358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a:t>
            </a:r>
            <a:r>
              <a:rPr lang="en-GB" b="1" i="1" dirty="0">
                <a:solidFill>
                  <a:srgbClr val="0070C0"/>
                </a:solidFill>
                <a:effectLst/>
                <a:highlight>
                  <a:srgbClr val="FFFF00"/>
                </a:highlight>
              </a:rPr>
              <a:t>Build and deployment" appears there, with a "Branch" dropdown to select "main" and a folder option set to "/ (root)."</a:t>
            </a:r>
          </a:p>
          <a:p>
            <a:endParaRPr lang="en-GB" dirty="0"/>
          </a:p>
        </p:txBody>
      </p:sp>
      <p:sp>
        <p:nvSpPr>
          <p:cNvPr id="4" name="Slide Number Placeholder 3"/>
          <p:cNvSpPr>
            <a:spLocks noGrp="1"/>
          </p:cNvSpPr>
          <p:nvPr>
            <p:ph type="sldNum" sz="quarter" idx="5"/>
          </p:nvPr>
        </p:nvSpPr>
        <p:spPr/>
        <p:txBody>
          <a:bodyPr/>
          <a:lstStyle/>
          <a:p>
            <a:fld id="{F03FDD79-97F3-4517-8506-2437808A9B35}" type="slidenum">
              <a:rPr lang="en-GB" smtClean="0"/>
              <a:t>17</a:t>
            </a:fld>
            <a:endParaRPr lang="en-GB"/>
          </a:p>
        </p:txBody>
      </p:sp>
    </p:spTree>
    <p:extLst>
      <p:ext uri="{BB962C8B-B14F-4D97-AF65-F5344CB8AC3E}">
        <p14:creationId xmlns:p14="http://schemas.microsoft.com/office/powerpoint/2010/main" val="1720102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the DANGER-ZONE settings are set to public, so you can see your web-page on the internet.</a:t>
            </a:r>
            <a:endParaRPr lang="en-GB" dirty="0"/>
          </a:p>
        </p:txBody>
      </p:sp>
      <p:sp>
        <p:nvSpPr>
          <p:cNvPr id="4" name="Slide Number Placeholder 3"/>
          <p:cNvSpPr>
            <a:spLocks noGrp="1"/>
          </p:cNvSpPr>
          <p:nvPr>
            <p:ph type="sldNum" sz="quarter" idx="5"/>
          </p:nvPr>
        </p:nvSpPr>
        <p:spPr/>
        <p:txBody>
          <a:bodyPr/>
          <a:lstStyle/>
          <a:p>
            <a:fld id="{F03FDD79-97F3-4517-8506-2437808A9B35}" type="slidenum">
              <a:rPr lang="en-GB" smtClean="0"/>
              <a:t>18</a:t>
            </a:fld>
            <a:endParaRPr lang="en-GB"/>
          </a:p>
        </p:txBody>
      </p:sp>
    </p:spTree>
    <p:extLst>
      <p:ext uri="{BB962C8B-B14F-4D97-AF65-F5344CB8AC3E}">
        <p14:creationId xmlns:p14="http://schemas.microsoft.com/office/powerpoint/2010/main" val="1272194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F12 on laptop/desktop then the “Elements” tab in the Developer window. You can then view the tablet dimensions, Mobile-phone dimensions to ensure the text is fully available on different devices.</a:t>
            </a:r>
            <a:endParaRPr lang="en-GB" dirty="0"/>
          </a:p>
        </p:txBody>
      </p:sp>
      <p:sp>
        <p:nvSpPr>
          <p:cNvPr id="4" name="Slide Number Placeholder 3"/>
          <p:cNvSpPr>
            <a:spLocks noGrp="1"/>
          </p:cNvSpPr>
          <p:nvPr>
            <p:ph type="sldNum" sz="quarter" idx="5"/>
          </p:nvPr>
        </p:nvSpPr>
        <p:spPr/>
        <p:txBody>
          <a:bodyPr/>
          <a:lstStyle/>
          <a:p>
            <a:fld id="{F03FDD79-97F3-4517-8506-2437808A9B35}" type="slidenum">
              <a:rPr lang="en-GB" smtClean="0"/>
              <a:t>21</a:t>
            </a:fld>
            <a:endParaRPr lang="en-GB"/>
          </a:p>
        </p:txBody>
      </p:sp>
    </p:spTree>
    <p:extLst>
      <p:ext uri="{BB962C8B-B14F-4D97-AF65-F5344CB8AC3E}">
        <p14:creationId xmlns:p14="http://schemas.microsoft.com/office/powerpoint/2010/main" val="2503002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Galaxy Z – Fold phone.</a:t>
            </a:r>
            <a:endParaRPr lang="en-GB" dirty="0"/>
          </a:p>
        </p:txBody>
      </p:sp>
      <p:sp>
        <p:nvSpPr>
          <p:cNvPr id="4" name="Slide Number Placeholder 3"/>
          <p:cNvSpPr>
            <a:spLocks noGrp="1"/>
          </p:cNvSpPr>
          <p:nvPr>
            <p:ph type="sldNum" sz="quarter" idx="5"/>
          </p:nvPr>
        </p:nvSpPr>
        <p:spPr/>
        <p:txBody>
          <a:bodyPr/>
          <a:lstStyle/>
          <a:p>
            <a:fld id="{F03FDD79-97F3-4517-8506-2437808A9B35}" type="slidenum">
              <a:rPr lang="en-GB" smtClean="0"/>
              <a:t>23</a:t>
            </a:fld>
            <a:endParaRPr lang="en-GB"/>
          </a:p>
        </p:txBody>
      </p:sp>
    </p:spTree>
    <p:extLst>
      <p:ext uri="{BB962C8B-B14F-4D97-AF65-F5344CB8AC3E}">
        <p14:creationId xmlns:p14="http://schemas.microsoft.com/office/powerpoint/2010/main" val="22759938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Samsun Galaxy S8 view of text – </a:t>
            </a:r>
            <a:r>
              <a:rPr lang="en-US"/>
              <a:t>showing correctly.</a:t>
            </a:r>
            <a:endParaRPr lang="en-GB"/>
          </a:p>
        </p:txBody>
      </p:sp>
      <p:sp>
        <p:nvSpPr>
          <p:cNvPr id="4" name="Slide Number Placeholder 3"/>
          <p:cNvSpPr>
            <a:spLocks noGrp="1"/>
          </p:cNvSpPr>
          <p:nvPr>
            <p:ph type="sldNum" sz="quarter" idx="5"/>
          </p:nvPr>
        </p:nvSpPr>
        <p:spPr/>
        <p:txBody>
          <a:bodyPr/>
          <a:lstStyle/>
          <a:p>
            <a:fld id="{F03FDD79-97F3-4517-8506-2437808A9B35}" type="slidenum">
              <a:rPr lang="en-GB" smtClean="0"/>
              <a:t>24</a:t>
            </a:fld>
            <a:endParaRPr lang="en-GB"/>
          </a:p>
        </p:txBody>
      </p:sp>
    </p:spTree>
    <p:extLst>
      <p:ext uri="{BB962C8B-B14F-4D97-AF65-F5344CB8AC3E}">
        <p14:creationId xmlns:p14="http://schemas.microsoft.com/office/powerpoint/2010/main" val="2565585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F6D02946-2C33-40B8-BBA0-DAED0636B0F3}" type="datetime1">
              <a:rPr lang="en-US" smtClean="0"/>
              <a:t>8/24/2026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r>
              <a:rPr lang="en-US"/>
              <a:t>Mbila Muela - Ch. 52: Responsive Page - Web Design</a:t>
            </a:r>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39052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7B8BF873-B4C2-4E97-BF93-3FD3A6058633}" type="datetime1">
              <a:rPr lang="en-US" smtClean="0"/>
              <a:t>8/24/2026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r>
              <a:rPr lang="en-US"/>
              <a:t>Mbila Muela - Ch. 52: Responsive Page - Web Design</a:t>
            </a:r>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36018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0CAD2178-9AC0-4FB6-ABD3-5E61E0F2382D}" type="datetime1">
              <a:rPr lang="en-US" smtClean="0"/>
              <a:t>8/24/2026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r>
              <a:rPr lang="en-US"/>
              <a:t>Mbila Muela - Ch. 52: Responsive Page - Web Design</a:t>
            </a:r>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2579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9B15680F-2987-4FB4-A2A9-4655C8FE41E8}" type="datetime1">
              <a:rPr lang="en-US" smtClean="0"/>
              <a:t>8/24/2026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r>
              <a:rPr lang="en-US"/>
              <a:t>Mbila Muela - Ch. 52: Responsive Page - Web Design</a:t>
            </a:r>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57195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97184998-BF9E-47B9-AC2D-E4CD0563C526}" type="datetime1">
              <a:rPr lang="en-US" smtClean="0"/>
              <a:t>8/24/2026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r>
              <a:rPr lang="en-US"/>
              <a:t>Mbila Muela - Ch. 52: Responsive Page - Web Design</a:t>
            </a:r>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71971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2B9A43B7-55A3-4720-9FC5-7853CD690F89}" type="datetime1">
              <a:rPr lang="en-US" smtClean="0"/>
              <a:t>8/24/2026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r>
              <a:rPr lang="en-US"/>
              <a:t>Mbila Muela - Ch. 52: Responsive Page - Web Design</a:t>
            </a:r>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20861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28220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D97ADA7D-CE8D-4BF8-A733-C4007D8E4553}" type="datetime1">
              <a:rPr lang="en-US" smtClean="0"/>
              <a:t>8/24/2026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r>
              <a:rPr lang="en-US"/>
              <a:t>Mbila Muela - Ch. 52: Responsive Page - Web Design</a:t>
            </a:r>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0347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D3A94823-CBAF-4884-9A1A-A4D9B51F72D1}" type="datetime1">
              <a:rPr lang="en-US" smtClean="0"/>
              <a:t>8/24/2026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r>
              <a:rPr lang="en-US"/>
              <a:t>Mbila Muela - Ch. 52: Responsive Page - Web Design</a:t>
            </a:r>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72308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410E1D7F-253B-4388-A9C5-EDE81AB8E81E}" type="datetime1">
              <a:rPr lang="en-US" smtClean="0"/>
              <a:t>8/24/2026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r>
              <a:rPr lang="en-US"/>
              <a:t>Mbila Muela - Ch. 52: Responsive Page - Web Design</a:t>
            </a:r>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20361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45EA30AF-1AB9-4857-8B5C-44E06AAD8C04}" type="datetime1">
              <a:rPr lang="en-US" smtClean="0"/>
              <a:t>8/24/2026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r>
              <a:rPr lang="en-US"/>
              <a:t>Mbila Muela - Ch. 52: Responsive Page - Web Design</a:t>
            </a:r>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3331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9637E250-AE5E-480F-8D49-68F5E8EA2B88}" type="datetime1">
              <a:rPr lang="en-US" smtClean="0"/>
              <a:t>8/24/2026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r>
              <a:rPr lang="en-US"/>
              <a:t>Mbila Muela - Ch. 52: Responsive Page - Web Design</a:t>
            </a:r>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0078085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hdr="0"/>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w3schools.com/whatis/whatis_responsive.asp"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w3schools.com/html/html_responsive.asp" TargetMode="External"/><Relationship Id="rId2" Type="http://schemas.openxmlformats.org/officeDocument/2006/relationships/hyperlink" Target="https://www.tutorialspoint.com/html/html_responsiveness.htm" TargetMode="External"/><Relationship Id="rId1" Type="http://schemas.openxmlformats.org/officeDocument/2006/relationships/slideLayout" Target="../slideLayouts/slideLayout7.xml"/><Relationship Id="rId5" Type="http://schemas.openxmlformats.org/officeDocument/2006/relationships/hyperlink" Target="https://www.everwebapp.com/support/video-tutorials/what-is-a-responsive-website.html" TargetMode="External"/><Relationship Id="rId4" Type="http://schemas.openxmlformats.org/officeDocument/2006/relationships/hyperlink" Target="https://www.yonet.co.uk/resources/responsive-web-design-what-it-is/"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hyperlink" Target="mailto:algol999.AI@gmail.co" TargetMode="External"/><Relationship Id="rId4" Type="http://schemas.openxmlformats.org/officeDocument/2006/relationships/hyperlink" Target="https://app.netlify.com/projects/magical-conkies-017779/overview"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mailto:algol999.AI@gmail.co" TargetMode="External"/><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24" name="Picture 23" descr="A pile of newspapers">
            <a:extLst>
              <a:ext uri="{FF2B5EF4-FFF2-40B4-BE49-F238E27FC236}">
                <a16:creationId xmlns:a16="http://schemas.microsoft.com/office/drawing/2014/main" id="{3C35BCCF-0C44-FCCD-B4A6-9F5E5F6D6B82}"/>
              </a:ext>
            </a:extLst>
          </p:cNvPr>
          <p:cNvPicPr>
            <a:picLocks noChangeAspect="1"/>
          </p:cNvPicPr>
          <p:nvPr/>
        </p:nvPicPr>
        <p:blipFill>
          <a:blip r:embed="rId2"/>
          <a:srcRect t="11980" b="18576"/>
          <a:stretch>
            <a:fillRect/>
          </a:stretch>
        </p:blipFill>
        <p:spPr>
          <a:xfrm>
            <a:off x="20" y="10"/>
            <a:ext cx="12191979" cy="6857990"/>
          </a:xfrm>
          <a:prstGeom prst="rect">
            <a:avLst/>
          </a:prstGeom>
        </p:spPr>
      </p:pic>
      <p:sp>
        <p:nvSpPr>
          <p:cNvPr id="25" name="Rectangle 24">
            <a:extLst>
              <a:ext uri="{FF2B5EF4-FFF2-40B4-BE49-F238E27FC236}">
                <a16:creationId xmlns:a16="http://schemas.microsoft.com/office/drawing/2014/main" id="{912025B4-7337-735E-4DC9-E634D2011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20000"/>
                </a:schemeClr>
              </a:gs>
              <a:gs pos="26000">
                <a:schemeClr val="bg1">
                  <a:alpha val="7000"/>
                </a:schemeClr>
              </a:gs>
              <a:gs pos="100000">
                <a:schemeClr val="bg1">
                  <a:alpha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D08BF7F-0B20-C3BB-63DE-19880939ED7C}"/>
              </a:ext>
            </a:extLst>
          </p:cNvPr>
          <p:cNvSpPr>
            <a:spLocks noGrp="1"/>
          </p:cNvSpPr>
          <p:nvPr>
            <p:ph type="ctrTitle"/>
          </p:nvPr>
        </p:nvSpPr>
        <p:spPr>
          <a:xfrm>
            <a:off x="438910" y="978408"/>
            <a:ext cx="4795819" cy="3969960"/>
          </a:xfrm>
        </p:spPr>
        <p:txBody>
          <a:bodyPr anchor="t">
            <a:normAutofit/>
          </a:bodyPr>
          <a:lstStyle/>
          <a:p>
            <a:r>
              <a:rPr lang="en-US" sz="6600" dirty="0">
                <a:solidFill>
                  <a:schemeClr val="accent5">
                    <a:lumMod val="75000"/>
                  </a:schemeClr>
                </a:solidFill>
                <a:highlight>
                  <a:srgbClr val="00FFFF"/>
                </a:highlight>
              </a:rPr>
              <a:t>Ch. 52 – Responsive Page</a:t>
            </a:r>
            <a:endParaRPr lang="en-GB" sz="6600" dirty="0">
              <a:solidFill>
                <a:schemeClr val="accent5">
                  <a:lumMod val="75000"/>
                </a:schemeClr>
              </a:solidFill>
              <a:highlight>
                <a:srgbClr val="00FFFF"/>
              </a:highlight>
            </a:endParaRPr>
          </a:p>
        </p:txBody>
      </p:sp>
      <p:sp>
        <p:nvSpPr>
          <p:cNvPr id="3" name="Subtitle 2">
            <a:extLst>
              <a:ext uri="{FF2B5EF4-FFF2-40B4-BE49-F238E27FC236}">
                <a16:creationId xmlns:a16="http://schemas.microsoft.com/office/drawing/2014/main" id="{AEA53449-0466-017E-5D79-BEAA46D4BB7A}"/>
              </a:ext>
            </a:extLst>
          </p:cNvPr>
          <p:cNvSpPr>
            <a:spLocks noGrp="1"/>
          </p:cNvSpPr>
          <p:nvPr>
            <p:ph type="subTitle" idx="1"/>
          </p:nvPr>
        </p:nvSpPr>
        <p:spPr>
          <a:xfrm>
            <a:off x="438910" y="4948369"/>
            <a:ext cx="4381634" cy="1157436"/>
          </a:xfrm>
        </p:spPr>
        <p:txBody>
          <a:bodyPr anchor="b">
            <a:normAutofit/>
          </a:bodyPr>
          <a:lstStyle/>
          <a:p>
            <a:r>
              <a:rPr lang="en-US" sz="2400" b="1" dirty="0">
                <a:solidFill>
                  <a:schemeClr val="accent4">
                    <a:lumMod val="75000"/>
                  </a:schemeClr>
                </a:solidFill>
                <a:highlight>
                  <a:srgbClr val="FFFF00"/>
                </a:highlight>
              </a:rPr>
              <a:t>Web-design</a:t>
            </a:r>
            <a:endParaRPr lang="en-GB" sz="2400" b="1" dirty="0">
              <a:solidFill>
                <a:schemeClr val="accent4">
                  <a:lumMod val="75000"/>
                </a:schemeClr>
              </a:solidFill>
              <a:highlight>
                <a:srgbClr val="FFFF00"/>
              </a:highlight>
            </a:endParaRPr>
          </a:p>
        </p:txBody>
      </p:sp>
      <p:sp>
        <p:nvSpPr>
          <p:cNvPr id="26" name="Rectangle 25">
            <a:extLst>
              <a:ext uri="{FF2B5EF4-FFF2-40B4-BE49-F238E27FC236}">
                <a16:creationId xmlns:a16="http://schemas.microsoft.com/office/drawing/2014/main" id="{150CDACD-D191-E642-F686-FCB54B7E5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9570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61198215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4FC6368-7439-814E-1B74-451E982162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1264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EC019B6-0DC2-77CD-506C-76F68BA59336}"/>
              </a:ext>
            </a:extLst>
          </p:cNvPr>
          <p:cNvPicPr>
            <a:picLocks noChangeAspect="1"/>
          </p:cNvPicPr>
          <p:nvPr/>
        </p:nvPicPr>
        <p:blipFill>
          <a:blip r:embed="rId2"/>
          <a:srcRect t="23567" r="1" b="4835"/>
          <a:stretch>
            <a:fillRect/>
          </a:stretch>
        </p:blipFill>
        <p:spPr>
          <a:xfrm>
            <a:off x="517870" y="816457"/>
            <a:ext cx="11156253" cy="5531495"/>
          </a:xfrm>
          <a:prstGeom prst="rect">
            <a:avLst/>
          </a:prstGeom>
        </p:spPr>
      </p:pic>
      <p:sp>
        <p:nvSpPr>
          <p:cNvPr id="5" name="TextBox 4">
            <a:extLst>
              <a:ext uri="{FF2B5EF4-FFF2-40B4-BE49-F238E27FC236}">
                <a16:creationId xmlns:a16="http://schemas.microsoft.com/office/drawing/2014/main" id="{6A1B7C88-9603-7350-3ED5-1D47B6A1B22F}"/>
              </a:ext>
            </a:extLst>
          </p:cNvPr>
          <p:cNvSpPr txBox="1"/>
          <p:nvPr/>
        </p:nvSpPr>
        <p:spPr>
          <a:xfrm>
            <a:off x="4425846" y="816457"/>
            <a:ext cx="6093500" cy="369332"/>
          </a:xfrm>
          <a:prstGeom prst="rect">
            <a:avLst/>
          </a:prstGeom>
          <a:noFill/>
        </p:spPr>
        <p:txBody>
          <a:bodyPr wrap="square">
            <a:spAutoFit/>
          </a:bodyPr>
          <a:lstStyle/>
          <a:p>
            <a:pPr marL="0" marR="0" indent="0" algn="l">
              <a:spcBef>
                <a:spcPts val="750"/>
              </a:spcBef>
              <a:spcAft>
                <a:spcPts val="750"/>
              </a:spcAft>
              <a:buNone/>
            </a:pPr>
            <a:r>
              <a:rPr lang="en-GB" sz="1800" b="1" i="1" dirty="0">
                <a:solidFill>
                  <a:schemeClr val="accent4">
                    <a:lumMod val="75000"/>
                  </a:schemeClr>
                </a:solidFill>
                <a:effectLst/>
                <a:latin typeface="+mn-lt"/>
                <a:hlinkClick r:id="rId3"/>
              </a:rPr>
              <a:t>What is Responsive Web Design</a:t>
            </a:r>
            <a:r>
              <a:rPr lang="en-GB" sz="1800" b="0" i="0" dirty="0">
                <a:solidFill>
                  <a:schemeClr val="tx1"/>
                </a:solidFill>
                <a:effectLst/>
                <a:latin typeface="+mn-lt"/>
              </a:rPr>
              <a:t>?</a:t>
            </a:r>
            <a:endParaRPr lang="en-GB" sz="3150" b="0" i="0" dirty="0">
              <a:solidFill>
                <a:srgbClr val="000000"/>
              </a:solidFill>
              <a:effectLst/>
              <a:latin typeface="Segoe UI" panose="020B0502040204020203" pitchFamily="34" charset="0"/>
            </a:endParaRPr>
          </a:p>
        </p:txBody>
      </p:sp>
      <p:sp>
        <p:nvSpPr>
          <p:cNvPr id="6" name="Date Placeholder 5">
            <a:extLst>
              <a:ext uri="{FF2B5EF4-FFF2-40B4-BE49-F238E27FC236}">
                <a16:creationId xmlns:a16="http://schemas.microsoft.com/office/drawing/2014/main" id="{60774852-738D-6253-DBCF-321A27B3B291}"/>
              </a:ext>
            </a:extLst>
          </p:cNvPr>
          <p:cNvSpPr>
            <a:spLocks noGrp="1"/>
          </p:cNvSpPr>
          <p:nvPr>
            <p:ph type="dt" sz="half" idx="10"/>
          </p:nvPr>
        </p:nvSpPr>
        <p:spPr/>
        <p:txBody>
          <a:bodyPr/>
          <a:lstStyle/>
          <a:p>
            <a:fld id="{ADB20572-8D78-4380-B595-CC981B25EA65}" type="datetime1">
              <a:rPr lang="en-US" smtClean="0"/>
              <a:t>8/24/2026</a:t>
            </a:fld>
            <a:endParaRPr lang="en-US"/>
          </a:p>
        </p:txBody>
      </p:sp>
      <p:sp>
        <p:nvSpPr>
          <p:cNvPr id="7" name="Footer Placeholder 6">
            <a:extLst>
              <a:ext uri="{FF2B5EF4-FFF2-40B4-BE49-F238E27FC236}">
                <a16:creationId xmlns:a16="http://schemas.microsoft.com/office/drawing/2014/main" id="{F4F088E5-D1E0-A296-26EF-CE38D8275BFC}"/>
              </a:ext>
            </a:extLst>
          </p:cNvPr>
          <p:cNvSpPr>
            <a:spLocks noGrp="1"/>
          </p:cNvSpPr>
          <p:nvPr>
            <p:ph type="ftr" sz="quarter" idx="11"/>
          </p:nvPr>
        </p:nvSpPr>
        <p:spPr/>
        <p:txBody>
          <a:bodyPr/>
          <a:lstStyle/>
          <a:p>
            <a:r>
              <a:rPr lang="en-US"/>
              <a:t>Mbila Muela - Ch. 52: Responsive Page - Web Design</a:t>
            </a:r>
          </a:p>
        </p:txBody>
      </p:sp>
      <p:sp>
        <p:nvSpPr>
          <p:cNvPr id="9" name="Slide Number Placeholder 8">
            <a:extLst>
              <a:ext uri="{FF2B5EF4-FFF2-40B4-BE49-F238E27FC236}">
                <a16:creationId xmlns:a16="http://schemas.microsoft.com/office/drawing/2014/main" id="{EE116B2A-3EA3-0BD3-32E0-879BEFDAA584}"/>
              </a:ext>
            </a:extLst>
          </p:cNvPr>
          <p:cNvSpPr>
            <a:spLocks noGrp="1"/>
          </p:cNvSpPr>
          <p:nvPr>
            <p:ph type="sldNum" sz="quarter" idx="12"/>
          </p:nvPr>
        </p:nvSpPr>
        <p:spPr/>
        <p:txBody>
          <a:bodyPr/>
          <a:lstStyle/>
          <a:p>
            <a:fld id="{148CC95F-0247-41B6-91CF-DC97C76A7088}" type="slidenum">
              <a:rPr lang="en-US" smtClean="0"/>
              <a:t>2</a:t>
            </a:fld>
            <a:endParaRPr lang="en-US"/>
          </a:p>
        </p:txBody>
      </p:sp>
    </p:spTree>
    <p:extLst>
      <p:ext uri="{BB962C8B-B14F-4D97-AF65-F5344CB8AC3E}">
        <p14:creationId xmlns:p14="http://schemas.microsoft.com/office/powerpoint/2010/main" val="3707934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8955F4-FE17-816E-0967-13CAA3EE97E9}"/>
              </a:ext>
            </a:extLst>
          </p:cNvPr>
          <p:cNvSpPr txBox="1"/>
          <p:nvPr/>
        </p:nvSpPr>
        <p:spPr>
          <a:xfrm>
            <a:off x="779489" y="257864"/>
            <a:ext cx="10193312" cy="5573642"/>
          </a:xfrm>
          <a:prstGeom prst="rect">
            <a:avLst/>
          </a:prstGeom>
          <a:noFill/>
        </p:spPr>
        <p:txBody>
          <a:bodyPr wrap="square">
            <a:spAutoFit/>
          </a:bodyPr>
          <a:lstStyle/>
          <a:p>
            <a:pPr algn="just">
              <a:lnSpc>
                <a:spcPct val="150000"/>
              </a:lnSpc>
            </a:pPr>
            <a:r>
              <a:rPr lang="en-GB" sz="2400" b="0" i="0" dirty="0">
                <a:solidFill>
                  <a:schemeClr val="accent4">
                    <a:lumMod val="75000"/>
                  </a:schemeClr>
                </a:solidFill>
                <a:effectLst/>
                <a:latin typeface="+mn-lt"/>
              </a:rPr>
              <a:t>A </a:t>
            </a:r>
            <a:r>
              <a:rPr lang="en-GB" sz="2400" b="1" i="0" dirty="0">
                <a:solidFill>
                  <a:schemeClr val="accent4">
                    <a:lumMod val="75000"/>
                  </a:schemeClr>
                </a:solidFill>
                <a:effectLst/>
                <a:latin typeface="+mn-lt"/>
              </a:rPr>
              <a:t>responsive page in HTML</a:t>
            </a:r>
            <a:r>
              <a:rPr lang="en-GB" sz="2400" b="0" i="0" dirty="0">
                <a:solidFill>
                  <a:schemeClr val="accent4">
                    <a:lumMod val="75000"/>
                  </a:schemeClr>
                </a:solidFill>
                <a:effectLst/>
                <a:latin typeface="+mn-lt"/>
              </a:rPr>
              <a:t> is a </a:t>
            </a:r>
            <a:r>
              <a:rPr lang="en-GB" sz="2400" b="1" i="1" dirty="0">
                <a:solidFill>
                  <a:schemeClr val="accent4">
                    <a:lumMod val="75000"/>
                  </a:schemeClr>
                </a:solidFill>
                <a:effectLst/>
                <a:highlight>
                  <a:srgbClr val="00FFFF"/>
                </a:highlight>
                <a:latin typeface="+mn-lt"/>
              </a:rPr>
              <a:t>web page that automatically adjusts its </a:t>
            </a:r>
            <a:r>
              <a:rPr lang="en-GB" sz="2400" b="1" i="1" dirty="0">
                <a:solidFill>
                  <a:schemeClr val="accent4">
                    <a:lumMod val="75000"/>
                  </a:schemeClr>
                </a:solidFill>
                <a:effectLst/>
                <a:highlight>
                  <a:srgbClr val="00FFFF"/>
                </a:highlight>
                <a:latin typeface="+mn-lt"/>
                <a:hlinkClick r:id="rId2"/>
              </a:rPr>
              <a:t>layout, content, and media </a:t>
            </a:r>
            <a:r>
              <a:rPr lang="en-GB" sz="2400" b="1" i="1" dirty="0">
                <a:solidFill>
                  <a:schemeClr val="accent4">
                    <a:lumMod val="75000"/>
                  </a:schemeClr>
                </a:solidFill>
                <a:effectLst/>
                <a:highlight>
                  <a:srgbClr val="00FFFF"/>
                </a:highlight>
                <a:latin typeface="+mn-lt"/>
              </a:rPr>
              <a:t>to render optimally on any device</a:t>
            </a:r>
            <a:r>
              <a:rPr lang="en-GB" sz="2400" b="0" i="0" dirty="0">
                <a:solidFill>
                  <a:schemeClr val="accent4">
                    <a:lumMod val="75000"/>
                  </a:schemeClr>
                </a:solidFill>
                <a:effectLst/>
                <a:latin typeface="+mn-lt"/>
              </a:rPr>
              <a:t>, from </a:t>
            </a:r>
            <a:r>
              <a:rPr lang="en-GB" sz="2400" b="1" i="1" dirty="0">
                <a:solidFill>
                  <a:schemeClr val="accent4">
                    <a:lumMod val="75000"/>
                  </a:schemeClr>
                </a:solidFill>
                <a:effectLst/>
                <a:highlight>
                  <a:srgbClr val="FFFF00"/>
                </a:highlight>
                <a:latin typeface="+mn-lt"/>
                <a:hlinkClick r:id="rId3"/>
              </a:rPr>
              <a:t>desktops to smartphones</a:t>
            </a:r>
            <a:r>
              <a:rPr lang="en-GB" sz="2400" b="0" i="0" dirty="0">
                <a:solidFill>
                  <a:schemeClr val="accent4">
                    <a:lumMod val="75000"/>
                  </a:schemeClr>
                </a:solidFill>
                <a:effectLst/>
                <a:highlight>
                  <a:srgbClr val="FFFF00"/>
                </a:highlight>
                <a:latin typeface="+mn-lt"/>
              </a:rPr>
              <a:t>, regardless of screen size or orientation.</a:t>
            </a:r>
          </a:p>
          <a:p>
            <a:pPr algn="just">
              <a:lnSpc>
                <a:spcPct val="150000"/>
              </a:lnSpc>
            </a:pPr>
            <a:endParaRPr lang="en-GB" sz="2400" dirty="0">
              <a:solidFill>
                <a:schemeClr val="accent4">
                  <a:lumMod val="75000"/>
                </a:schemeClr>
              </a:solidFill>
              <a:highlight>
                <a:srgbClr val="FFFF00"/>
              </a:highlight>
            </a:endParaRPr>
          </a:p>
          <a:p>
            <a:pPr algn="just">
              <a:lnSpc>
                <a:spcPct val="150000"/>
              </a:lnSpc>
            </a:pPr>
            <a:r>
              <a:rPr lang="en-GB" sz="2400" b="0" i="0" dirty="0">
                <a:solidFill>
                  <a:schemeClr val="accent4">
                    <a:lumMod val="75000"/>
                  </a:schemeClr>
                </a:solidFill>
                <a:effectLst/>
                <a:latin typeface="+mn-lt"/>
              </a:rPr>
              <a:t> It relies on a combination of the </a:t>
            </a:r>
            <a:r>
              <a:rPr lang="en-GB" sz="2400" b="1" i="0" dirty="0">
                <a:solidFill>
                  <a:schemeClr val="accent4">
                    <a:lumMod val="75000"/>
                  </a:schemeClr>
                </a:solidFill>
                <a:effectLst/>
                <a:latin typeface="+mn-lt"/>
              </a:rPr>
              <a:t>HTML </a:t>
            </a:r>
            <a:r>
              <a:rPr lang="en-GB" sz="2400" b="1" i="0" dirty="0">
                <a:solidFill>
                  <a:schemeClr val="accent4">
                    <a:lumMod val="75000"/>
                  </a:schemeClr>
                </a:solidFill>
                <a:effectLst/>
                <a:latin typeface="+mn-lt"/>
                <a:hlinkClick r:id="rId4"/>
              </a:rPr>
              <a:t>viewport meta tag</a:t>
            </a:r>
            <a:r>
              <a:rPr lang="en-GB" sz="2400" b="0" i="0" dirty="0">
                <a:solidFill>
                  <a:schemeClr val="accent4">
                    <a:lumMod val="75000"/>
                  </a:schemeClr>
                </a:solidFill>
                <a:effectLst/>
                <a:latin typeface="+mn-lt"/>
                <a:hlinkClick r:id="rId4"/>
              </a:rPr>
              <a:t> </a:t>
            </a:r>
            <a:r>
              <a:rPr lang="en-GB" sz="2400" b="0" i="0" dirty="0">
                <a:solidFill>
                  <a:schemeClr val="accent4">
                    <a:lumMod val="75000"/>
                  </a:schemeClr>
                </a:solidFill>
                <a:effectLst/>
                <a:latin typeface="+mn-lt"/>
              </a:rPr>
              <a:t>and </a:t>
            </a:r>
            <a:r>
              <a:rPr lang="en-GB" sz="2400" b="1" i="0" dirty="0">
                <a:solidFill>
                  <a:schemeClr val="accent4">
                    <a:lumMod val="75000"/>
                  </a:schemeClr>
                </a:solidFill>
                <a:effectLst/>
                <a:latin typeface="+mn-lt"/>
              </a:rPr>
              <a:t>CSS techniques</a:t>
            </a:r>
            <a:r>
              <a:rPr lang="en-GB" sz="2400" b="0" i="0" dirty="0">
                <a:solidFill>
                  <a:schemeClr val="accent4">
                    <a:lumMod val="75000"/>
                  </a:schemeClr>
                </a:solidFill>
                <a:effectLst/>
                <a:latin typeface="+mn-lt"/>
              </a:rPr>
              <a:t> such as </a:t>
            </a:r>
            <a:r>
              <a:rPr lang="en-GB" sz="2400" b="1" i="1" dirty="0">
                <a:solidFill>
                  <a:schemeClr val="accent4">
                    <a:lumMod val="75000"/>
                  </a:schemeClr>
                </a:solidFill>
                <a:effectLst/>
                <a:highlight>
                  <a:srgbClr val="FFFF00"/>
                </a:highlight>
                <a:latin typeface="+mn-lt"/>
              </a:rPr>
              <a:t>flexible grids, fluid images, and media queries</a:t>
            </a:r>
            <a:r>
              <a:rPr lang="en-GB" sz="2400" b="0" i="0" dirty="0">
                <a:solidFill>
                  <a:schemeClr val="accent4">
                    <a:lumMod val="75000"/>
                  </a:schemeClr>
                </a:solidFill>
                <a:effectLst/>
                <a:latin typeface="+mn-lt"/>
              </a:rPr>
              <a:t> to </a:t>
            </a:r>
            <a:r>
              <a:rPr lang="en-GB" sz="2400" b="0" i="0" dirty="0">
                <a:solidFill>
                  <a:schemeClr val="accent4">
                    <a:lumMod val="75000"/>
                  </a:schemeClr>
                </a:solidFill>
                <a:effectLst/>
                <a:latin typeface="+mn-lt"/>
                <a:hlinkClick r:id="rId2"/>
              </a:rPr>
              <a:t>ensure usability and readability </a:t>
            </a:r>
            <a:r>
              <a:rPr lang="en-GB" sz="2400" b="0" i="0" dirty="0">
                <a:solidFill>
                  <a:schemeClr val="accent4">
                    <a:lumMod val="75000"/>
                  </a:schemeClr>
                </a:solidFill>
                <a:effectLst/>
                <a:latin typeface="+mn-lt"/>
              </a:rPr>
              <a:t>across all viewports.  </a:t>
            </a:r>
          </a:p>
          <a:p>
            <a:pPr algn="just">
              <a:lnSpc>
                <a:spcPct val="150000"/>
              </a:lnSpc>
            </a:pPr>
            <a:endParaRPr lang="en-GB" sz="2400" dirty="0">
              <a:solidFill>
                <a:schemeClr val="accent4">
                  <a:lumMod val="75000"/>
                </a:schemeClr>
              </a:solidFill>
            </a:endParaRPr>
          </a:p>
          <a:p>
            <a:pPr algn="just">
              <a:lnSpc>
                <a:spcPct val="150000"/>
              </a:lnSpc>
            </a:pPr>
            <a:r>
              <a:rPr lang="en-GB" sz="2400" b="0" i="0" dirty="0">
                <a:solidFill>
                  <a:schemeClr val="accent4">
                    <a:lumMod val="75000"/>
                  </a:schemeClr>
                </a:solidFill>
                <a:effectLst/>
                <a:latin typeface="+mn-lt"/>
              </a:rPr>
              <a:t>This approach </a:t>
            </a:r>
            <a:r>
              <a:rPr lang="en-GB" sz="2400" b="0" i="1" dirty="0">
                <a:solidFill>
                  <a:schemeClr val="accent4">
                    <a:lumMod val="75000"/>
                  </a:schemeClr>
                </a:solidFill>
                <a:effectLst/>
                <a:latin typeface="+mn-lt"/>
                <a:hlinkClick r:id="rId5"/>
              </a:rPr>
              <a:t>eliminates the need for separate mobile </a:t>
            </a:r>
            <a:r>
              <a:rPr lang="en-GB" sz="2400" b="0" i="0" dirty="0">
                <a:solidFill>
                  <a:schemeClr val="accent4">
                    <a:lumMod val="75000"/>
                  </a:schemeClr>
                </a:solidFill>
                <a:effectLst/>
                <a:latin typeface="+mn-lt"/>
              </a:rPr>
              <a:t>and desktop versions of a site, providing a consistent user experience with a single codebase. </a:t>
            </a:r>
            <a:endParaRPr lang="en-GB" sz="2400" dirty="0">
              <a:solidFill>
                <a:schemeClr val="accent4">
                  <a:lumMod val="75000"/>
                </a:schemeClr>
              </a:solidFill>
            </a:endParaRPr>
          </a:p>
        </p:txBody>
      </p:sp>
      <p:sp>
        <p:nvSpPr>
          <p:cNvPr id="4" name="Date Placeholder 3">
            <a:extLst>
              <a:ext uri="{FF2B5EF4-FFF2-40B4-BE49-F238E27FC236}">
                <a16:creationId xmlns:a16="http://schemas.microsoft.com/office/drawing/2014/main" id="{3A646771-0F90-7EBD-B45C-BAE0890F6849}"/>
              </a:ext>
            </a:extLst>
          </p:cNvPr>
          <p:cNvSpPr>
            <a:spLocks noGrp="1"/>
          </p:cNvSpPr>
          <p:nvPr>
            <p:ph type="dt" sz="half" idx="10"/>
          </p:nvPr>
        </p:nvSpPr>
        <p:spPr/>
        <p:txBody>
          <a:bodyPr/>
          <a:lstStyle/>
          <a:p>
            <a:fld id="{1F75A372-C46E-4AAA-8C2E-C485B2A5D0EA}" type="datetime1">
              <a:rPr lang="en-US" smtClean="0"/>
              <a:t>8/24/2026</a:t>
            </a:fld>
            <a:endParaRPr lang="en-US"/>
          </a:p>
        </p:txBody>
      </p:sp>
      <p:sp>
        <p:nvSpPr>
          <p:cNvPr id="5" name="Footer Placeholder 4">
            <a:extLst>
              <a:ext uri="{FF2B5EF4-FFF2-40B4-BE49-F238E27FC236}">
                <a16:creationId xmlns:a16="http://schemas.microsoft.com/office/drawing/2014/main" id="{CE513491-6613-734F-5E00-F85CD4E62D11}"/>
              </a:ext>
            </a:extLst>
          </p:cNvPr>
          <p:cNvSpPr>
            <a:spLocks noGrp="1"/>
          </p:cNvSpPr>
          <p:nvPr>
            <p:ph type="ftr" sz="quarter" idx="11"/>
          </p:nvPr>
        </p:nvSpPr>
        <p:spPr/>
        <p:txBody>
          <a:bodyPr/>
          <a:lstStyle/>
          <a:p>
            <a:r>
              <a:rPr lang="en-US"/>
              <a:t>Mbila Muela - Ch. 52: Responsive Page - Web Design</a:t>
            </a:r>
          </a:p>
        </p:txBody>
      </p:sp>
      <p:sp>
        <p:nvSpPr>
          <p:cNvPr id="6" name="Slide Number Placeholder 5">
            <a:extLst>
              <a:ext uri="{FF2B5EF4-FFF2-40B4-BE49-F238E27FC236}">
                <a16:creationId xmlns:a16="http://schemas.microsoft.com/office/drawing/2014/main" id="{4B4919CD-EC7D-9428-49EF-EFD1F79EC5BE}"/>
              </a:ext>
            </a:extLst>
          </p:cNvPr>
          <p:cNvSpPr>
            <a:spLocks noGrp="1"/>
          </p:cNvSpPr>
          <p:nvPr>
            <p:ph type="sldNum" sz="quarter" idx="12"/>
          </p:nvPr>
        </p:nvSpPr>
        <p:spPr/>
        <p:txBody>
          <a:bodyPr/>
          <a:lstStyle/>
          <a:p>
            <a:fld id="{148CC95F-0247-41B6-91CF-DC97C76A7088}" type="slidenum">
              <a:rPr lang="en-US" smtClean="0"/>
              <a:t>3</a:t>
            </a:fld>
            <a:endParaRPr lang="en-US"/>
          </a:p>
        </p:txBody>
      </p:sp>
    </p:spTree>
    <p:extLst>
      <p:ext uri="{BB962C8B-B14F-4D97-AF65-F5344CB8AC3E}">
        <p14:creationId xmlns:p14="http://schemas.microsoft.com/office/powerpoint/2010/main" val="2318779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4FC6368-7439-814E-1B74-451E982162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1264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BB501944-D591-FD52-4072-229EEA937673}"/>
              </a:ext>
            </a:extLst>
          </p:cNvPr>
          <p:cNvPicPr>
            <a:picLocks noChangeAspect="1"/>
          </p:cNvPicPr>
          <p:nvPr/>
        </p:nvPicPr>
        <p:blipFill>
          <a:blip r:embed="rId2"/>
          <a:srcRect t="10394" r="1" b="1"/>
          <a:stretch>
            <a:fillRect/>
          </a:stretch>
        </p:blipFill>
        <p:spPr>
          <a:xfrm>
            <a:off x="517870" y="816457"/>
            <a:ext cx="11156253" cy="5531495"/>
          </a:xfrm>
          <a:prstGeom prst="rect">
            <a:avLst/>
          </a:prstGeom>
        </p:spPr>
      </p:pic>
      <p:sp>
        <p:nvSpPr>
          <p:cNvPr id="3" name="Date Placeholder 2">
            <a:extLst>
              <a:ext uri="{FF2B5EF4-FFF2-40B4-BE49-F238E27FC236}">
                <a16:creationId xmlns:a16="http://schemas.microsoft.com/office/drawing/2014/main" id="{F47A02D7-80BC-98E2-2982-72479E0AD0C5}"/>
              </a:ext>
            </a:extLst>
          </p:cNvPr>
          <p:cNvSpPr>
            <a:spLocks noGrp="1"/>
          </p:cNvSpPr>
          <p:nvPr>
            <p:ph type="dt" sz="half" idx="10"/>
          </p:nvPr>
        </p:nvSpPr>
        <p:spPr/>
        <p:txBody>
          <a:bodyPr/>
          <a:lstStyle/>
          <a:p>
            <a:fld id="{9E11F2BC-08FC-4E91-95E6-6310A2F1F270}" type="datetime1">
              <a:rPr lang="en-US" smtClean="0"/>
              <a:t>8/24/2026</a:t>
            </a:fld>
            <a:endParaRPr lang="en-US"/>
          </a:p>
        </p:txBody>
      </p:sp>
      <p:sp>
        <p:nvSpPr>
          <p:cNvPr id="4" name="Footer Placeholder 3">
            <a:extLst>
              <a:ext uri="{FF2B5EF4-FFF2-40B4-BE49-F238E27FC236}">
                <a16:creationId xmlns:a16="http://schemas.microsoft.com/office/drawing/2014/main" id="{71C97E70-5F5B-1880-F57A-35366D0F84B5}"/>
              </a:ext>
            </a:extLst>
          </p:cNvPr>
          <p:cNvSpPr>
            <a:spLocks noGrp="1"/>
          </p:cNvSpPr>
          <p:nvPr>
            <p:ph type="ftr" sz="quarter" idx="11"/>
          </p:nvPr>
        </p:nvSpPr>
        <p:spPr/>
        <p:txBody>
          <a:bodyPr/>
          <a:lstStyle/>
          <a:p>
            <a:r>
              <a:rPr lang="en-US"/>
              <a:t>Mbila Muela - Ch. 52: Responsive Page - Web Design</a:t>
            </a:r>
          </a:p>
        </p:txBody>
      </p:sp>
      <p:sp>
        <p:nvSpPr>
          <p:cNvPr id="5" name="Slide Number Placeholder 4">
            <a:extLst>
              <a:ext uri="{FF2B5EF4-FFF2-40B4-BE49-F238E27FC236}">
                <a16:creationId xmlns:a16="http://schemas.microsoft.com/office/drawing/2014/main" id="{9EE66BEB-EFE2-D5B8-4FE8-F6BEA4007DE2}"/>
              </a:ext>
            </a:extLst>
          </p:cNvPr>
          <p:cNvSpPr>
            <a:spLocks noGrp="1"/>
          </p:cNvSpPr>
          <p:nvPr>
            <p:ph type="sldNum" sz="quarter" idx="12"/>
          </p:nvPr>
        </p:nvSpPr>
        <p:spPr/>
        <p:txBody>
          <a:bodyPr/>
          <a:lstStyle/>
          <a:p>
            <a:fld id="{148CC95F-0247-41B6-91CF-DC97C76A7088}" type="slidenum">
              <a:rPr lang="en-US" smtClean="0"/>
              <a:t>4</a:t>
            </a:fld>
            <a:endParaRPr lang="en-US"/>
          </a:p>
        </p:txBody>
      </p:sp>
    </p:spTree>
    <p:extLst>
      <p:ext uri="{BB962C8B-B14F-4D97-AF65-F5344CB8AC3E}">
        <p14:creationId xmlns:p14="http://schemas.microsoft.com/office/powerpoint/2010/main" val="3510077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5A0C2E-D421-788B-70A1-F2B00D8A804E}"/>
              </a:ext>
            </a:extLst>
          </p:cNvPr>
          <p:cNvPicPr>
            <a:picLocks noChangeAspect="1"/>
          </p:cNvPicPr>
          <p:nvPr/>
        </p:nvPicPr>
        <p:blipFill>
          <a:blip r:embed="rId2"/>
          <a:stretch>
            <a:fillRect/>
          </a:stretch>
        </p:blipFill>
        <p:spPr>
          <a:xfrm>
            <a:off x="231164" y="451657"/>
            <a:ext cx="5864836" cy="3086021"/>
          </a:xfrm>
          <a:prstGeom prst="rect">
            <a:avLst/>
          </a:prstGeom>
        </p:spPr>
      </p:pic>
      <p:sp>
        <p:nvSpPr>
          <p:cNvPr id="4" name="TextBox 3">
            <a:extLst>
              <a:ext uri="{FF2B5EF4-FFF2-40B4-BE49-F238E27FC236}">
                <a16:creationId xmlns:a16="http://schemas.microsoft.com/office/drawing/2014/main" id="{3D77F5A1-6879-E9C7-0DA7-5278C2586A83}"/>
              </a:ext>
            </a:extLst>
          </p:cNvPr>
          <p:cNvSpPr txBox="1"/>
          <p:nvPr/>
        </p:nvSpPr>
        <p:spPr>
          <a:xfrm>
            <a:off x="539647" y="2910527"/>
            <a:ext cx="10777928" cy="3662541"/>
          </a:xfrm>
          <a:prstGeom prst="rect">
            <a:avLst/>
          </a:prstGeom>
          <a:solidFill>
            <a:srgbClr val="CCFFFF"/>
          </a:solidFill>
        </p:spPr>
        <p:txBody>
          <a:bodyPr wrap="square" rtlCol="0">
            <a:spAutoFit/>
          </a:bodyPr>
          <a:lstStyle/>
          <a:p>
            <a:r>
              <a:rPr lang="en-US" sz="1400" b="1" dirty="0">
                <a:solidFill>
                  <a:srgbClr val="C00000"/>
                </a:solidFill>
              </a:rPr>
              <a:t>When you save your second page as an html file, you just need to click on &lt; </a:t>
            </a:r>
            <a:r>
              <a:rPr lang="en-US" sz="1400" b="1" dirty="0" err="1">
                <a:solidFill>
                  <a:srgbClr val="C00000"/>
                </a:solidFill>
              </a:rPr>
              <a:t>ht</a:t>
            </a:r>
            <a:r>
              <a:rPr lang="en-US" sz="1400" b="1" dirty="0">
                <a:solidFill>
                  <a:srgbClr val="C00000"/>
                </a:solidFill>
              </a:rPr>
              <a:t> and then the TAB button, this will automatically produce the following:</a:t>
            </a:r>
          </a:p>
          <a:p>
            <a:endParaRPr lang="en-US" sz="1400" b="1" dirty="0">
              <a:solidFill>
                <a:srgbClr val="C00000"/>
              </a:solidFill>
            </a:endParaRPr>
          </a:p>
          <a:p>
            <a:r>
              <a:rPr lang="en-US" sz="1400" b="1" dirty="0">
                <a:solidFill>
                  <a:schemeClr val="accent1"/>
                </a:solidFill>
              </a:rPr>
              <a:t>&lt;!DOCTYPE html&gt;</a:t>
            </a:r>
          </a:p>
          <a:p>
            <a:r>
              <a:rPr lang="en-US" sz="1400" b="1" dirty="0">
                <a:solidFill>
                  <a:schemeClr val="accent1"/>
                </a:solidFill>
              </a:rPr>
              <a:t>&lt;html&gt;</a:t>
            </a:r>
          </a:p>
          <a:p>
            <a:r>
              <a:rPr lang="en-US" sz="1400" b="1" dirty="0">
                <a:solidFill>
                  <a:schemeClr val="accent1"/>
                </a:solidFill>
              </a:rPr>
              <a:t>&lt;head&gt;</a:t>
            </a:r>
          </a:p>
          <a:p>
            <a:r>
              <a:rPr lang="en-US" sz="1400" b="1" dirty="0">
                <a:solidFill>
                  <a:schemeClr val="accent1"/>
                </a:solidFill>
              </a:rPr>
              <a:t>	&lt;meta charset="utf-8"&gt;</a:t>
            </a:r>
          </a:p>
          <a:p>
            <a:r>
              <a:rPr lang="en-US" sz="1400" b="1" dirty="0">
                <a:solidFill>
                  <a:schemeClr val="accent1"/>
                </a:solidFill>
              </a:rPr>
              <a:t>	&lt;meta name="viewport" content="width=device-width, initial-scale=1"&gt;</a:t>
            </a:r>
          </a:p>
          <a:p>
            <a:r>
              <a:rPr lang="en-US" sz="1400" b="1" dirty="0">
                <a:solidFill>
                  <a:schemeClr val="accent1"/>
                </a:solidFill>
              </a:rPr>
              <a:t>	&lt;title&gt;&lt;/title&gt;</a:t>
            </a:r>
          </a:p>
          <a:p>
            <a:r>
              <a:rPr lang="en-US" sz="1400" b="1" dirty="0">
                <a:solidFill>
                  <a:schemeClr val="accent1"/>
                </a:solidFill>
              </a:rPr>
              <a:t>&lt;/head&gt;</a:t>
            </a:r>
          </a:p>
          <a:p>
            <a:r>
              <a:rPr lang="en-US" sz="1400" b="1" dirty="0">
                <a:solidFill>
                  <a:schemeClr val="accent1"/>
                </a:solidFill>
              </a:rPr>
              <a:t>&lt;body&gt;</a:t>
            </a:r>
          </a:p>
          <a:p>
            <a:endParaRPr lang="en-US" sz="1400" b="1" dirty="0">
              <a:solidFill>
                <a:schemeClr val="accent1"/>
              </a:solidFill>
            </a:endParaRPr>
          </a:p>
          <a:p>
            <a:r>
              <a:rPr lang="en-US" sz="1400" b="1" dirty="0">
                <a:solidFill>
                  <a:schemeClr val="accent1"/>
                </a:solidFill>
              </a:rPr>
              <a:t>&lt;/body&gt;</a:t>
            </a:r>
          </a:p>
          <a:p>
            <a:r>
              <a:rPr lang="en-US" sz="1400" b="1" dirty="0">
                <a:solidFill>
                  <a:schemeClr val="accent1"/>
                </a:solidFill>
              </a:rPr>
              <a:t>&lt;/html&gt;</a:t>
            </a:r>
          </a:p>
          <a:p>
            <a:endParaRPr lang="en-US" dirty="0"/>
          </a:p>
          <a:p>
            <a:endParaRPr lang="en-GB" dirty="0"/>
          </a:p>
        </p:txBody>
      </p:sp>
      <p:sp>
        <p:nvSpPr>
          <p:cNvPr id="5" name="Date Placeholder 4">
            <a:extLst>
              <a:ext uri="{FF2B5EF4-FFF2-40B4-BE49-F238E27FC236}">
                <a16:creationId xmlns:a16="http://schemas.microsoft.com/office/drawing/2014/main" id="{A15D9B8E-807E-C6BE-859E-8CED58CDBB72}"/>
              </a:ext>
            </a:extLst>
          </p:cNvPr>
          <p:cNvSpPr>
            <a:spLocks noGrp="1"/>
          </p:cNvSpPr>
          <p:nvPr>
            <p:ph type="dt" sz="half" idx="10"/>
          </p:nvPr>
        </p:nvSpPr>
        <p:spPr/>
        <p:txBody>
          <a:bodyPr/>
          <a:lstStyle/>
          <a:p>
            <a:fld id="{B869E613-6D8C-47B5-89E5-4535ADE6E1CA}" type="datetime1">
              <a:rPr lang="en-US" smtClean="0"/>
              <a:t>8/24/2026</a:t>
            </a:fld>
            <a:endParaRPr lang="en-US"/>
          </a:p>
        </p:txBody>
      </p:sp>
      <p:sp>
        <p:nvSpPr>
          <p:cNvPr id="6" name="Footer Placeholder 5">
            <a:extLst>
              <a:ext uri="{FF2B5EF4-FFF2-40B4-BE49-F238E27FC236}">
                <a16:creationId xmlns:a16="http://schemas.microsoft.com/office/drawing/2014/main" id="{9B9638C2-0F95-99B3-E945-3427DAD1C841}"/>
              </a:ext>
            </a:extLst>
          </p:cNvPr>
          <p:cNvSpPr>
            <a:spLocks noGrp="1"/>
          </p:cNvSpPr>
          <p:nvPr>
            <p:ph type="ftr" sz="quarter" idx="11"/>
          </p:nvPr>
        </p:nvSpPr>
        <p:spPr/>
        <p:txBody>
          <a:bodyPr/>
          <a:lstStyle/>
          <a:p>
            <a:r>
              <a:rPr lang="en-US"/>
              <a:t>Mbila Muela - Ch. 52: Responsive Page - Web Design</a:t>
            </a:r>
          </a:p>
        </p:txBody>
      </p:sp>
      <p:sp>
        <p:nvSpPr>
          <p:cNvPr id="7" name="Slide Number Placeholder 6">
            <a:extLst>
              <a:ext uri="{FF2B5EF4-FFF2-40B4-BE49-F238E27FC236}">
                <a16:creationId xmlns:a16="http://schemas.microsoft.com/office/drawing/2014/main" id="{B1CFEAB1-D8E8-C662-9AD6-1F8158F13489}"/>
              </a:ext>
            </a:extLst>
          </p:cNvPr>
          <p:cNvSpPr>
            <a:spLocks noGrp="1"/>
          </p:cNvSpPr>
          <p:nvPr>
            <p:ph type="sldNum" sz="quarter" idx="12"/>
          </p:nvPr>
        </p:nvSpPr>
        <p:spPr/>
        <p:txBody>
          <a:bodyPr/>
          <a:lstStyle/>
          <a:p>
            <a:fld id="{148CC95F-0247-41B6-91CF-DC97C76A7088}" type="slidenum">
              <a:rPr lang="en-US" smtClean="0"/>
              <a:t>5</a:t>
            </a:fld>
            <a:endParaRPr lang="en-US"/>
          </a:p>
        </p:txBody>
      </p:sp>
    </p:spTree>
    <p:extLst>
      <p:ext uri="{BB962C8B-B14F-4D97-AF65-F5344CB8AC3E}">
        <p14:creationId xmlns:p14="http://schemas.microsoft.com/office/powerpoint/2010/main" val="3486305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EC9659-CD30-8202-7973-ED9A48A2C5B7}"/>
              </a:ext>
            </a:extLst>
          </p:cNvPr>
          <p:cNvSpPr txBox="1"/>
          <p:nvPr/>
        </p:nvSpPr>
        <p:spPr>
          <a:xfrm>
            <a:off x="929390" y="843677"/>
            <a:ext cx="7251490" cy="4801314"/>
          </a:xfrm>
          <a:prstGeom prst="rect">
            <a:avLst/>
          </a:prstGeom>
          <a:solidFill>
            <a:srgbClr val="FFE6AF"/>
          </a:solidFill>
        </p:spPr>
        <p:txBody>
          <a:bodyPr wrap="square">
            <a:spAutoFit/>
          </a:bodyPr>
          <a:lstStyle/>
          <a:p>
            <a:r>
              <a:rPr lang="en-US" sz="2400" b="1" dirty="0">
                <a:solidFill>
                  <a:schemeClr val="accent4">
                    <a:lumMod val="75000"/>
                  </a:schemeClr>
                </a:solidFill>
              </a:rPr>
              <a:t>&lt;!</a:t>
            </a:r>
            <a:r>
              <a:rPr lang="en-US" sz="2400" b="1" i="1" dirty="0">
                <a:solidFill>
                  <a:srgbClr val="C00000"/>
                </a:solidFill>
              </a:rPr>
              <a:t>DOCTYPE </a:t>
            </a:r>
            <a:r>
              <a:rPr lang="en-US" sz="2400" b="1" i="1" dirty="0">
                <a:solidFill>
                  <a:schemeClr val="accent4">
                    <a:lumMod val="75000"/>
                  </a:schemeClr>
                </a:solidFill>
              </a:rPr>
              <a:t>html</a:t>
            </a:r>
            <a:r>
              <a:rPr lang="en-US" sz="2400" b="1" dirty="0">
                <a:solidFill>
                  <a:schemeClr val="accent4">
                    <a:lumMod val="75000"/>
                  </a:schemeClr>
                </a:solidFill>
              </a:rPr>
              <a:t>&gt;</a:t>
            </a:r>
          </a:p>
          <a:p>
            <a:r>
              <a:rPr lang="en-US" sz="2400" b="1" dirty="0">
                <a:solidFill>
                  <a:schemeClr val="accent4">
                    <a:lumMod val="75000"/>
                  </a:schemeClr>
                </a:solidFill>
              </a:rPr>
              <a:t>&lt;html&gt;</a:t>
            </a:r>
          </a:p>
          <a:p>
            <a:r>
              <a:rPr lang="en-US" sz="2400" b="1" dirty="0">
                <a:solidFill>
                  <a:schemeClr val="accent4">
                    <a:lumMod val="75000"/>
                  </a:schemeClr>
                </a:solidFill>
              </a:rPr>
              <a:t>&lt;head&gt;</a:t>
            </a:r>
          </a:p>
          <a:p>
            <a:r>
              <a:rPr lang="en-US" sz="2400" b="1" dirty="0">
                <a:solidFill>
                  <a:schemeClr val="accent4">
                    <a:lumMod val="75000"/>
                  </a:schemeClr>
                </a:solidFill>
              </a:rPr>
              <a:t>	&lt;meta charset="utf-8"&gt;</a:t>
            </a:r>
          </a:p>
          <a:p>
            <a:r>
              <a:rPr lang="en-US" sz="2400" b="1" dirty="0">
                <a:solidFill>
                  <a:schemeClr val="accent4">
                    <a:lumMod val="75000"/>
                  </a:schemeClr>
                </a:solidFill>
              </a:rPr>
              <a:t>	</a:t>
            </a:r>
            <a:r>
              <a:rPr lang="en-US" sz="2400" b="1" dirty="0">
                <a:solidFill>
                  <a:schemeClr val="accent4">
                    <a:lumMod val="75000"/>
                  </a:schemeClr>
                </a:solidFill>
                <a:highlight>
                  <a:srgbClr val="FFFF00"/>
                </a:highlight>
              </a:rPr>
              <a:t>&lt;meta name="viewport" </a:t>
            </a:r>
            <a:r>
              <a:rPr lang="en-US" sz="2400" b="1" dirty="0">
                <a:solidFill>
                  <a:schemeClr val="accent4">
                    <a:lumMod val="75000"/>
                  </a:schemeClr>
                </a:solidFill>
              </a:rPr>
              <a:t>content="width=device-width, initial-scale=1"&gt;</a:t>
            </a:r>
          </a:p>
          <a:p>
            <a:r>
              <a:rPr lang="en-US" sz="2400" b="1" dirty="0">
                <a:solidFill>
                  <a:schemeClr val="accent4">
                    <a:lumMod val="75000"/>
                  </a:schemeClr>
                </a:solidFill>
              </a:rPr>
              <a:t>	&lt;title&gt;&lt;/title&gt;</a:t>
            </a:r>
          </a:p>
          <a:p>
            <a:r>
              <a:rPr lang="en-US" sz="2400" b="1" dirty="0">
                <a:solidFill>
                  <a:schemeClr val="accent4">
                    <a:lumMod val="75000"/>
                  </a:schemeClr>
                </a:solidFill>
              </a:rPr>
              <a:t>&lt;/head&gt;</a:t>
            </a:r>
          </a:p>
          <a:p>
            <a:r>
              <a:rPr lang="en-US" sz="2400" b="1" dirty="0">
                <a:solidFill>
                  <a:schemeClr val="accent4">
                    <a:lumMod val="75000"/>
                  </a:schemeClr>
                </a:solidFill>
              </a:rPr>
              <a:t>&lt;body&gt;</a:t>
            </a:r>
          </a:p>
          <a:p>
            <a:endParaRPr lang="en-US" sz="2400" b="1" dirty="0">
              <a:solidFill>
                <a:schemeClr val="accent4">
                  <a:lumMod val="75000"/>
                </a:schemeClr>
              </a:solidFill>
            </a:endParaRPr>
          </a:p>
          <a:p>
            <a:r>
              <a:rPr lang="en-US" sz="2400" b="1" dirty="0">
                <a:solidFill>
                  <a:schemeClr val="accent4">
                    <a:lumMod val="75000"/>
                  </a:schemeClr>
                </a:solidFill>
              </a:rPr>
              <a:t>&lt;/body&gt;</a:t>
            </a:r>
          </a:p>
          <a:p>
            <a:r>
              <a:rPr lang="en-US" sz="2400" b="1" dirty="0">
                <a:solidFill>
                  <a:schemeClr val="accent4">
                    <a:lumMod val="75000"/>
                  </a:schemeClr>
                </a:solidFill>
              </a:rPr>
              <a:t>&lt;/html&gt;</a:t>
            </a:r>
          </a:p>
          <a:p>
            <a:endParaRPr lang="en-US" dirty="0"/>
          </a:p>
        </p:txBody>
      </p:sp>
      <p:sp>
        <p:nvSpPr>
          <p:cNvPr id="4" name="TextBox 3">
            <a:extLst>
              <a:ext uri="{FF2B5EF4-FFF2-40B4-BE49-F238E27FC236}">
                <a16:creationId xmlns:a16="http://schemas.microsoft.com/office/drawing/2014/main" id="{4C20C086-4A18-3BB7-EDE5-F470DAEF149A}"/>
              </a:ext>
            </a:extLst>
          </p:cNvPr>
          <p:cNvSpPr txBox="1"/>
          <p:nvPr/>
        </p:nvSpPr>
        <p:spPr>
          <a:xfrm>
            <a:off x="8454452" y="1364105"/>
            <a:ext cx="2808158" cy="1477328"/>
          </a:xfrm>
          <a:prstGeom prst="rect">
            <a:avLst/>
          </a:prstGeom>
          <a:noFill/>
        </p:spPr>
        <p:txBody>
          <a:bodyPr wrap="square" rtlCol="0">
            <a:spAutoFit/>
          </a:bodyPr>
          <a:lstStyle/>
          <a:p>
            <a:r>
              <a:rPr lang="en-US" dirty="0"/>
              <a:t>Automatically appears when you type the first-two letters </a:t>
            </a:r>
            <a:r>
              <a:rPr lang="en-US" b="1" i="1" dirty="0">
                <a:solidFill>
                  <a:srgbClr val="C00000"/>
                </a:solidFill>
                <a:highlight>
                  <a:srgbClr val="FFFF00"/>
                </a:highlight>
              </a:rPr>
              <a:t>HT then TAB </a:t>
            </a:r>
            <a:r>
              <a:rPr lang="en-US" dirty="0"/>
              <a:t>button: saves time retyping.</a:t>
            </a:r>
            <a:endParaRPr lang="en-GB" dirty="0"/>
          </a:p>
        </p:txBody>
      </p:sp>
      <p:sp>
        <p:nvSpPr>
          <p:cNvPr id="5" name="TextBox 4">
            <a:extLst>
              <a:ext uri="{FF2B5EF4-FFF2-40B4-BE49-F238E27FC236}">
                <a16:creationId xmlns:a16="http://schemas.microsoft.com/office/drawing/2014/main" id="{28831BE8-D342-3991-0E67-057D390EF7CA}"/>
              </a:ext>
            </a:extLst>
          </p:cNvPr>
          <p:cNvSpPr txBox="1"/>
          <p:nvPr/>
        </p:nvSpPr>
        <p:spPr>
          <a:xfrm>
            <a:off x="8679305" y="3297836"/>
            <a:ext cx="2583305" cy="1200329"/>
          </a:xfrm>
          <a:prstGeom prst="rect">
            <a:avLst/>
          </a:prstGeom>
          <a:noFill/>
        </p:spPr>
        <p:txBody>
          <a:bodyPr wrap="square" rtlCol="0">
            <a:spAutoFit/>
          </a:bodyPr>
          <a:lstStyle/>
          <a:p>
            <a:r>
              <a:rPr lang="en-US" dirty="0"/>
              <a:t>The </a:t>
            </a:r>
            <a:r>
              <a:rPr lang="en-US" b="1" i="1" dirty="0">
                <a:highlight>
                  <a:srgbClr val="FFFF00"/>
                </a:highlight>
              </a:rPr>
              <a:t>meta-tag highlighted in yellow </a:t>
            </a:r>
            <a:r>
              <a:rPr lang="en-US" dirty="0"/>
              <a:t>is called a </a:t>
            </a:r>
            <a:r>
              <a:rPr lang="en-US" b="1" i="1" dirty="0">
                <a:highlight>
                  <a:srgbClr val="FFFF00"/>
                </a:highlight>
              </a:rPr>
              <a:t>“viewport” </a:t>
            </a:r>
            <a:r>
              <a:rPr lang="en-US" dirty="0"/>
              <a:t>meta-tag. </a:t>
            </a:r>
            <a:endParaRPr lang="en-GB" dirty="0"/>
          </a:p>
        </p:txBody>
      </p:sp>
      <p:sp>
        <p:nvSpPr>
          <p:cNvPr id="6" name="Date Placeholder 5">
            <a:extLst>
              <a:ext uri="{FF2B5EF4-FFF2-40B4-BE49-F238E27FC236}">
                <a16:creationId xmlns:a16="http://schemas.microsoft.com/office/drawing/2014/main" id="{F7A595C0-B92E-18AC-5BB5-88108A632074}"/>
              </a:ext>
            </a:extLst>
          </p:cNvPr>
          <p:cNvSpPr>
            <a:spLocks noGrp="1"/>
          </p:cNvSpPr>
          <p:nvPr>
            <p:ph type="dt" sz="half" idx="10"/>
          </p:nvPr>
        </p:nvSpPr>
        <p:spPr/>
        <p:txBody>
          <a:bodyPr/>
          <a:lstStyle/>
          <a:p>
            <a:fld id="{06C04B58-6133-4E74-9F68-7A080A07F649}" type="datetime1">
              <a:rPr lang="en-US" smtClean="0"/>
              <a:t>8/24/2026</a:t>
            </a:fld>
            <a:endParaRPr lang="en-US"/>
          </a:p>
        </p:txBody>
      </p:sp>
      <p:sp>
        <p:nvSpPr>
          <p:cNvPr id="7" name="Footer Placeholder 6">
            <a:extLst>
              <a:ext uri="{FF2B5EF4-FFF2-40B4-BE49-F238E27FC236}">
                <a16:creationId xmlns:a16="http://schemas.microsoft.com/office/drawing/2014/main" id="{BFD35D43-89B9-AC16-60D5-827832304239}"/>
              </a:ext>
            </a:extLst>
          </p:cNvPr>
          <p:cNvSpPr>
            <a:spLocks noGrp="1"/>
          </p:cNvSpPr>
          <p:nvPr>
            <p:ph type="ftr" sz="quarter" idx="11"/>
          </p:nvPr>
        </p:nvSpPr>
        <p:spPr/>
        <p:txBody>
          <a:bodyPr/>
          <a:lstStyle/>
          <a:p>
            <a:r>
              <a:rPr lang="en-US"/>
              <a:t>Mbila Muela - Ch. 52: Responsive Page - Web Design</a:t>
            </a:r>
          </a:p>
        </p:txBody>
      </p:sp>
      <p:sp>
        <p:nvSpPr>
          <p:cNvPr id="8" name="Slide Number Placeholder 7">
            <a:extLst>
              <a:ext uri="{FF2B5EF4-FFF2-40B4-BE49-F238E27FC236}">
                <a16:creationId xmlns:a16="http://schemas.microsoft.com/office/drawing/2014/main" id="{F290C0F1-09D2-66D6-609B-7F07576DF140}"/>
              </a:ext>
            </a:extLst>
          </p:cNvPr>
          <p:cNvSpPr>
            <a:spLocks noGrp="1"/>
          </p:cNvSpPr>
          <p:nvPr>
            <p:ph type="sldNum" sz="quarter" idx="12"/>
          </p:nvPr>
        </p:nvSpPr>
        <p:spPr/>
        <p:txBody>
          <a:bodyPr/>
          <a:lstStyle/>
          <a:p>
            <a:fld id="{148CC95F-0247-41B6-91CF-DC97C76A7088}" type="slidenum">
              <a:rPr lang="en-US" smtClean="0"/>
              <a:t>6</a:t>
            </a:fld>
            <a:endParaRPr lang="en-US"/>
          </a:p>
        </p:txBody>
      </p:sp>
    </p:spTree>
    <p:extLst>
      <p:ext uri="{BB962C8B-B14F-4D97-AF65-F5344CB8AC3E}">
        <p14:creationId xmlns:p14="http://schemas.microsoft.com/office/powerpoint/2010/main" val="59629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583B6B-6FCB-132C-DABE-B8FA19185F6E}"/>
              </a:ext>
            </a:extLst>
          </p:cNvPr>
          <p:cNvSpPr txBox="1"/>
          <p:nvPr/>
        </p:nvSpPr>
        <p:spPr>
          <a:xfrm>
            <a:off x="749508" y="839929"/>
            <a:ext cx="11442492" cy="4431983"/>
          </a:xfrm>
          <a:prstGeom prst="rect">
            <a:avLst/>
          </a:prstGeom>
          <a:noFill/>
        </p:spPr>
        <p:txBody>
          <a:bodyPr wrap="square">
            <a:spAutoFit/>
          </a:bodyPr>
          <a:lstStyle/>
          <a:p>
            <a:r>
              <a:rPr lang="en-US" sz="2400" b="1" dirty="0">
                <a:solidFill>
                  <a:schemeClr val="accent4">
                    <a:lumMod val="75000"/>
                  </a:schemeClr>
                </a:solidFill>
              </a:rPr>
              <a:t>&lt;!</a:t>
            </a:r>
            <a:r>
              <a:rPr lang="en-US" sz="2400" b="1" i="1" dirty="0">
                <a:solidFill>
                  <a:srgbClr val="C00000"/>
                </a:solidFill>
              </a:rPr>
              <a:t>DOCTYPE </a:t>
            </a:r>
            <a:r>
              <a:rPr lang="en-US" sz="2400" b="1" i="1" dirty="0">
                <a:solidFill>
                  <a:schemeClr val="accent4">
                    <a:lumMod val="75000"/>
                  </a:schemeClr>
                </a:solidFill>
              </a:rPr>
              <a:t>html</a:t>
            </a:r>
            <a:r>
              <a:rPr lang="en-US" sz="2400" b="1" dirty="0">
                <a:solidFill>
                  <a:schemeClr val="accent4">
                    <a:lumMod val="75000"/>
                  </a:schemeClr>
                </a:solidFill>
              </a:rPr>
              <a:t>&gt;</a:t>
            </a:r>
          </a:p>
          <a:p>
            <a:r>
              <a:rPr lang="en-US" sz="2400" b="1" dirty="0">
                <a:solidFill>
                  <a:schemeClr val="accent4">
                    <a:lumMod val="75000"/>
                  </a:schemeClr>
                </a:solidFill>
              </a:rPr>
              <a:t>&lt;html&gt;</a:t>
            </a:r>
          </a:p>
          <a:p>
            <a:r>
              <a:rPr lang="en-US" sz="2400" b="1" dirty="0">
                <a:solidFill>
                  <a:schemeClr val="accent4">
                    <a:lumMod val="75000"/>
                  </a:schemeClr>
                </a:solidFill>
              </a:rPr>
              <a:t>&lt;head&gt;</a:t>
            </a:r>
          </a:p>
          <a:p>
            <a:r>
              <a:rPr lang="en-US" sz="2400" b="1" dirty="0">
                <a:solidFill>
                  <a:schemeClr val="accent4">
                    <a:lumMod val="75000"/>
                  </a:schemeClr>
                </a:solidFill>
              </a:rPr>
              <a:t>	&lt;meta charset="utf-8"&gt;</a:t>
            </a:r>
          </a:p>
          <a:p>
            <a:r>
              <a:rPr lang="en-US" sz="2400" b="1" dirty="0">
                <a:solidFill>
                  <a:schemeClr val="accent4">
                    <a:lumMod val="75000"/>
                  </a:schemeClr>
                </a:solidFill>
              </a:rPr>
              <a:t>	</a:t>
            </a:r>
            <a:r>
              <a:rPr lang="en-US" sz="2400" b="1" dirty="0">
                <a:solidFill>
                  <a:schemeClr val="accent4">
                    <a:lumMod val="75000"/>
                  </a:schemeClr>
                </a:solidFill>
                <a:highlight>
                  <a:srgbClr val="FFFF00"/>
                </a:highlight>
              </a:rPr>
              <a:t>&lt;meta name="viewport" </a:t>
            </a:r>
            <a:r>
              <a:rPr lang="en-US" sz="2400" b="1" i="1" dirty="0">
                <a:solidFill>
                  <a:schemeClr val="accent4">
                    <a:lumMod val="75000"/>
                  </a:schemeClr>
                </a:solidFill>
                <a:highlight>
                  <a:srgbClr val="00FF00"/>
                </a:highlight>
              </a:rPr>
              <a:t>content="width=device-width, initial-scale=1"&gt;</a:t>
            </a:r>
          </a:p>
          <a:p>
            <a:r>
              <a:rPr lang="en-US" sz="2400" b="1" dirty="0">
                <a:solidFill>
                  <a:schemeClr val="accent4">
                    <a:lumMod val="75000"/>
                  </a:schemeClr>
                </a:solidFill>
              </a:rPr>
              <a:t>	&lt;title&gt;&lt;/title&gt;</a:t>
            </a:r>
          </a:p>
          <a:p>
            <a:r>
              <a:rPr lang="en-US" sz="2400" b="1" dirty="0">
                <a:solidFill>
                  <a:schemeClr val="accent4">
                    <a:lumMod val="75000"/>
                  </a:schemeClr>
                </a:solidFill>
              </a:rPr>
              <a:t>&lt;/head&gt;</a:t>
            </a:r>
          </a:p>
          <a:p>
            <a:r>
              <a:rPr lang="en-US" sz="2400" b="1" dirty="0">
                <a:solidFill>
                  <a:schemeClr val="accent4">
                    <a:lumMod val="75000"/>
                  </a:schemeClr>
                </a:solidFill>
              </a:rPr>
              <a:t>&lt;body&gt;</a:t>
            </a:r>
          </a:p>
          <a:p>
            <a:endParaRPr lang="en-US" sz="2400" b="1" dirty="0">
              <a:solidFill>
                <a:schemeClr val="accent4">
                  <a:lumMod val="75000"/>
                </a:schemeClr>
              </a:solidFill>
            </a:endParaRPr>
          </a:p>
          <a:p>
            <a:r>
              <a:rPr lang="en-US" sz="2400" b="1" dirty="0">
                <a:solidFill>
                  <a:schemeClr val="accent4">
                    <a:lumMod val="75000"/>
                  </a:schemeClr>
                </a:solidFill>
              </a:rPr>
              <a:t>&lt;/body&gt;</a:t>
            </a:r>
          </a:p>
          <a:p>
            <a:r>
              <a:rPr lang="en-US" sz="2400" b="1" dirty="0">
                <a:solidFill>
                  <a:schemeClr val="accent4">
                    <a:lumMod val="75000"/>
                  </a:schemeClr>
                </a:solidFill>
              </a:rPr>
              <a:t>&lt;/html&gt;</a:t>
            </a:r>
          </a:p>
          <a:p>
            <a:endParaRPr lang="en-US" sz="1800" dirty="0"/>
          </a:p>
        </p:txBody>
      </p:sp>
      <p:sp>
        <p:nvSpPr>
          <p:cNvPr id="4" name="TextBox 3">
            <a:extLst>
              <a:ext uri="{FF2B5EF4-FFF2-40B4-BE49-F238E27FC236}">
                <a16:creationId xmlns:a16="http://schemas.microsoft.com/office/drawing/2014/main" id="{F05C6B3A-2BC8-78E6-08F1-FDDC2D2249D3}"/>
              </a:ext>
            </a:extLst>
          </p:cNvPr>
          <p:cNvSpPr txBox="1"/>
          <p:nvPr/>
        </p:nvSpPr>
        <p:spPr>
          <a:xfrm>
            <a:off x="4841823" y="5501390"/>
            <a:ext cx="6086007" cy="923330"/>
          </a:xfrm>
          <a:prstGeom prst="rect">
            <a:avLst/>
          </a:prstGeom>
          <a:noFill/>
        </p:spPr>
        <p:txBody>
          <a:bodyPr wrap="square" rtlCol="0">
            <a:spAutoFit/>
          </a:bodyPr>
          <a:lstStyle/>
          <a:p>
            <a:r>
              <a:rPr lang="en-US" dirty="0"/>
              <a:t>The green-highlighted section shows the </a:t>
            </a:r>
            <a:r>
              <a:rPr lang="en-US" b="1" i="1" dirty="0">
                <a:solidFill>
                  <a:srgbClr val="C00000"/>
                </a:solidFill>
                <a:highlight>
                  <a:srgbClr val="00FF00"/>
                </a:highlight>
              </a:rPr>
              <a:t>BROWSER</a:t>
            </a:r>
            <a:r>
              <a:rPr lang="en-US" dirty="0"/>
              <a:t>  how the page will appear on any device at a scale 1:1 or 0, e.g. laptop, TV, mobile phone, desktop etc.</a:t>
            </a:r>
            <a:endParaRPr lang="en-GB" dirty="0"/>
          </a:p>
        </p:txBody>
      </p:sp>
      <p:sp>
        <p:nvSpPr>
          <p:cNvPr id="5" name="Arrow: Up 4">
            <a:extLst>
              <a:ext uri="{FF2B5EF4-FFF2-40B4-BE49-F238E27FC236}">
                <a16:creationId xmlns:a16="http://schemas.microsoft.com/office/drawing/2014/main" id="{6558540C-D251-A04C-8D60-7570559CCB00}"/>
              </a:ext>
            </a:extLst>
          </p:cNvPr>
          <p:cNvSpPr/>
          <p:nvPr/>
        </p:nvSpPr>
        <p:spPr>
          <a:xfrm>
            <a:off x="7165298" y="2803161"/>
            <a:ext cx="1334125" cy="2468751"/>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5">
            <a:extLst>
              <a:ext uri="{FF2B5EF4-FFF2-40B4-BE49-F238E27FC236}">
                <a16:creationId xmlns:a16="http://schemas.microsoft.com/office/drawing/2014/main" id="{E143C51C-E72B-4352-FB49-1A6967C48B18}"/>
              </a:ext>
            </a:extLst>
          </p:cNvPr>
          <p:cNvSpPr>
            <a:spLocks noGrp="1"/>
          </p:cNvSpPr>
          <p:nvPr>
            <p:ph type="dt" sz="half" idx="10"/>
          </p:nvPr>
        </p:nvSpPr>
        <p:spPr/>
        <p:txBody>
          <a:bodyPr/>
          <a:lstStyle/>
          <a:p>
            <a:fld id="{53CCE256-91AB-46D8-8DC2-650C1BDA09F4}" type="datetime1">
              <a:rPr lang="en-US" smtClean="0"/>
              <a:t>8/24/2026</a:t>
            </a:fld>
            <a:endParaRPr lang="en-US"/>
          </a:p>
        </p:txBody>
      </p:sp>
      <p:sp>
        <p:nvSpPr>
          <p:cNvPr id="7" name="Footer Placeholder 6">
            <a:extLst>
              <a:ext uri="{FF2B5EF4-FFF2-40B4-BE49-F238E27FC236}">
                <a16:creationId xmlns:a16="http://schemas.microsoft.com/office/drawing/2014/main" id="{C40CE92B-2572-E95A-CE25-624557B68F6C}"/>
              </a:ext>
            </a:extLst>
          </p:cNvPr>
          <p:cNvSpPr>
            <a:spLocks noGrp="1"/>
          </p:cNvSpPr>
          <p:nvPr>
            <p:ph type="ftr" sz="quarter" idx="11"/>
          </p:nvPr>
        </p:nvSpPr>
        <p:spPr/>
        <p:txBody>
          <a:bodyPr/>
          <a:lstStyle/>
          <a:p>
            <a:r>
              <a:rPr lang="en-US"/>
              <a:t>Mbila Muela - Ch. 52: Responsive Page - Web Design</a:t>
            </a:r>
          </a:p>
        </p:txBody>
      </p:sp>
      <p:sp>
        <p:nvSpPr>
          <p:cNvPr id="8" name="Slide Number Placeholder 7">
            <a:extLst>
              <a:ext uri="{FF2B5EF4-FFF2-40B4-BE49-F238E27FC236}">
                <a16:creationId xmlns:a16="http://schemas.microsoft.com/office/drawing/2014/main" id="{30FE9919-9E6D-C53A-D549-87FA208555C4}"/>
              </a:ext>
            </a:extLst>
          </p:cNvPr>
          <p:cNvSpPr>
            <a:spLocks noGrp="1"/>
          </p:cNvSpPr>
          <p:nvPr>
            <p:ph type="sldNum" sz="quarter" idx="12"/>
          </p:nvPr>
        </p:nvSpPr>
        <p:spPr/>
        <p:txBody>
          <a:bodyPr/>
          <a:lstStyle/>
          <a:p>
            <a:fld id="{148CC95F-0247-41B6-91CF-DC97C76A7088}" type="slidenum">
              <a:rPr lang="en-US" smtClean="0"/>
              <a:t>7</a:t>
            </a:fld>
            <a:endParaRPr lang="en-US"/>
          </a:p>
        </p:txBody>
      </p:sp>
    </p:spTree>
    <p:extLst>
      <p:ext uri="{BB962C8B-B14F-4D97-AF65-F5344CB8AC3E}">
        <p14:creationId xmlns:p14="http://schemas.microsoft.com/office/powerpoint/2010/main" val="2718606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7CEE98-D17D-A733-EC38-AC109CBF156B}"/>
              </a:ext>
            </a:extLst>
          </p:cNvPr>
          <p:cNvPicPr>
            <a:picLocks noChangeAspect="1"/>
          </p:cNvPicPr>
          <p:nvPr/>
        </p:nvPicPr>
        <p:blipFill>
          <a:blip r:embed="rId3"/>
          <a:stretch>
            <a:fillRect/>
          </a:stretch>
        </p:blipFill>
        <p:spPr>
          <a:xfrm>
            <a:off x="186266" y="407186"/>
            <a:ext cx="4744112" cy="6038584"/>
          </a:xfrm>
          <a:prstGeom prst="rect">
            <a:avLst/>
          </a:prstGeom>
        </p:spPr>
      </p:pic>
      <p:sp>
        <p:nvSpPr>
          <p:cNvPr id="4" name="TextBox 3">
            <a:extLst>
              <a:ext uri="{FF2B5EF4-FFF2-40B4-BE49-F238E27FC236}">
                <a16:creationId xmlns:a16="http://schemas.microsoft.com/office/drawing/2014/main" id="{A85F2EBB-8ABF-D021-D923-EBAF256BDD3F}"/>
              </a:ext>
            </a:extLst>
          </p:cNvPr>
          <p:cNvSpPr txBox="1"/>
          <p:nvPr/>
        </p:nvSpPr>
        <p:spPr>
          <a:xfrm>
            <a:off x="5501390" y="614597"/>
            <a:ext cx="6220918" cy="1815882"/>
          </a:xfrm>
          <a:prstGeom prst="rect">
            <a:avLst/>
          </a:prstGeom>
          <a:noFill/>
        </p:spPr>
        <p:txBody>
          <a:bodyPr wrap="square" rtlCol="0">
            <a:spAutoFit/>
          </a:bodyPr>
          <a:lstStyle/>
          <a:p>
            <a:pPr algn="just"/>
            <a:r>
              <a:rPr lang="en-US" sz="2800" b="1" dirty="0">
                <a:solidFill>
                  <a:srgbClr val="C00000"/>
                </a:solidFill>
                <a:highlight>
                  <a:srgbClr val="FFFF00"/>
                </a:highlight>
              </a:rPr>
              <a:t>Even if we narrow the page, the text remains in the “Viewing “ area and we can read all the information on the page that is available.</a:t>
            </a:r>
            <a:endParaRPr lang="en-GB" sz="2800" b="1" dirty="0">
              <a:solidFill>
                <a:srgbClr val="C00000"/>
              </a:solidFill>
              <a:highlight>
                <a:srgbClr val="FFFF00"/>
              </a:highlight>
            </a:endParaRPr>
          </a:p>
        </p:txBody>
      </p:sp>
      <p:sp>
        <p:nvSpPr>
          <p:cNvPr id="5" name="Date Placeholder 4">
            <a:extLst>
              <a:ext uri="{FF2B5EF4-FFF2-40B4-BE49-F238E27FC236}">
                <a16:creationId xmlns:a16="http://schemas.microsoft.com/office/drawing/2014/main" id="{41D89F66-2FF6-589B-71E4-D911F592DD44}"/>
              </a:ext>
            </a:extLst>
          </p:cNvPr>
          <p:cNvSpPr>
            <a:spLocks noGrp="1"/>
          </p:cNvSpPr>
          <p:nvPr>
            <p:ph type="dt" sz="half" idx="10"/>
          </p:nvPr>
        </p:nvSpPr>
        <p:spPr/>
        <p:txBody>
          <a:bodyPr/>
          <a:lstStyle/>
          <a:p>
            <a:fld id="{189A1488-4D93-4254-8A6B-D267A2014ABA}" type="datetime1">
              <a:rPr lang="en-US" smtClean="0"/>
              <a:t>8/24/2026</a:t>
            </a:fld>
            <a:endParaRPr lang="en-US"/>
          </a:p>
        </p:txBody>
      </p:sp>
      <p:sp>
        <p:nvSpPr>
          <p:cNvPr id="6" name="Footer Placeholder 5">
            <a:extLst>
              <a:ext uri="{FF2B5EF4-FFF2-40B4-BE49-F238E27FC236}">
                <a16:creationId xmlns:a16="http://schemas.microsoft.com/office/drawing/2014/main" id="{40744EB6-DA14-C0C5-6F21-71BC86959255}"/>
              </a:ext>
            </a:extLst>
          </p:cNvPr>
          <p:cNvSpPr>
            <a:spLocks noGrp="1"/>
          </p:cNvSpPr>
          <p:nvPr>
            <p:ph type="ftr" sz="quarter" idx="11"/>
          </p:nvPr>
        </p:nvSpPr>
        <p:spPr/>
        <p:txBody>
          <a:bodyPr/>
          <a:lstStyle/>
          <a:p>
            <a:r>
              <a:rPr lang="en-US"/>
              <a:t>Mbila Muela - Ch. 52: Responsive Page - Web Design</a:t>
            </a:r>
          </a:p>
        </p:txBody>
      </p:sp>
      <p:sp>
        <p:nvSpPr>
          <p:cNvPr id="7" name="Slide Number Placeholder 6">
            <a:extLst>
              <a:ext uri="{FF2B5EF4-FFF2-40B4-BE49-F238E27FC236}">
                <a16:creationId xmlns:a16="http://schemas.microsoft.com/office/drawing/2014/main" id="{32934539-BC25-C180-1B69-FD636F8BD34E}"/>
              </a:ext>
            </a:extLst>
          </p:cNvPr>
          <p:cNvSpPr>
            <a:spLocks noGrp="1"/>
          </p:cNvSpPr>
          <p:nvPr>
            <p:ph type="sldNum" sz="quarter" idx="12"/>
          </p:nvPr>
        </p:nvSpPr>
        <p:spPr/>
        <p:txBody>
          <a:bodyPr/>
          <a:lstStyle/>
          <a:p>
            <a:fld id="{148CC95F-0247-41B6-91CF-DC97C76A7088}" type="slidenum">
              <a:rPr lang="en-US" smtClean="0"/>
              <a:t>8</a:t>
            </a:fld>
            <a:endParaRPr lang="en-US"/>
          </a:p>
        </p:txBody>
      </p:sp>
    </p:spTree>
    <p:extLst>
      <p:ext uri="{BB962C8B-B14F-4D97-AF65-F5344CB8AC3E}">
        <p14:creationId xmlns:p14="http://schemas.microsoft.com/office/powerpoint/2010/main" val="1849589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0ABD91-D234-0745-528C-C9A49DF12844}"/>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8645716E-2ADB-03BE-C775-21BFCB7A4A61}"/>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84BCA187-2976-EC1A-5D3E-B9B339D7CD98}"/>
              </a:ext>
            </a:extLst>
          </p:cNvPr>
          <p:cNvSpPr>
            <a:spLocks noGrp="1"/>
          </p:cNvSpPr>
          <p:nvPr>
            <p:ph type="sldNum" sz="quarter" idx="12"/>
          </p:nvPr>
        </p:nvSpPr>
        <p:spPr/>
        <p:txBody>
          <a:bodyPr/>
          <a:lstStyle/>
          <a:p>
            <a:fld id="{148CC95F-0247-41B6-91CF-DC97C76A7088}" type="slidenum">
              <a:rPr lang="en-US" smtClean="0"/>
              <a:t>9</a:t>
            </a:fld>
            <a:endParaRPr lang="en-US"/>
          </a:p>
        </p:txBody>
      </p:sp>
      <p:pic>
        <p:nvPicPr>
          <p:cNvPr id="6" name="Picture 5">
            <a:extLst>
              <a:ext uri="{FF2B5EF4-FFF2-40B4-BE49-F238E27FC236}">
                <a16:creationId xmlns:a16="http://schemas.microsoft.com/office/drawing/2014/main" id="{2679748A-3127-9C7F-35D0-808C8DB7D65D}"/>
              </a:ext>
            </a:extLst>
          </p:cNvPr>
          <p:cNvPicPr>
            <a:picLocks noChangeAspect="1"/>
          </p:cNvPicPr>
          <p:nvPr/>
        </p:nvPicPr>
        <p:blipFill>
          <a:blip r:embed="rId3"/>
          <a:stretch>
            <a:fillRect/>
          </a:stretch>
        </p:blipFill>
        <p:spPr>
          <a:xfrm>
            <a:off x="46781" y="852128"/>
            <a:ext cx="12098438" cy="5153744"/>
          </a:xfrm>
          <a:prstGeom prst="rect">
            <a:avLst/>
          </a:prstGeom>
        </p:spPr>
      </p:pic>
    </p:spTree>
    <p:extLst>
      <p:ext uri="{BB962C8B-B14F-4D97-AF65-F5344CB8AC3E}">
        <p14:creationId xmlns:p14="http://schemas.microsoft.com/office/powerpoint/2010/main" val="4106744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1EFEE3-562C-54DA-ADED-5D3DA90A898E}"/>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C129D945-FF42-1C59-7879-7B671831CCA1}"/>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04EFE4C6-A115-B456-A4A2-26104F258B4E}"/>
              </a:ext>
            </a:extLst>
          </p:cNvPr>
          <p:cNvSpPr>
            <a:spLocks noGrp="1"/>
          </p:cNvSpPr>
          <p:nvPr>
            <p:ph type="sldNum" sz="quarter" idx="12"/>
          </p:nvPr>
        </p:nvSpPr>
        <p:spPr/>
        <p:txBody>
          <a:bodyPr/>
          <a:lstStyle/>
          <a:p>
            <a:fld id="{148CC95F-0247-41B6-91CF-DC97C76A7088}" type="slidenum">
              <a:rPr lang="en-US" smtClean="0"/>
              <a:t>10</a:t>
            </a:fld>
            <a:endParaRPr lang="en-US"/>
          </a:p>
        </p:txBody>
      </p:sp>
      <p:sp>
        <p:nvSpPr>
          <p:cNvPr id="5" name="TextBox 4">
            <a:extLst>
              <a:ext uri="{FF2B5EF4-FFF2-40B4-BE49-F238E27FC236}">
                <a16:creationId xmlns:a16="http://schemas.microsoft.com/office/drawing/2014/main" id="{7E548BDD-9A0D-4307-478B-68871307375A}"/>
              </a:ext>
            </a:extLst>
          </p:cNvPr>
          <p:cNvSpPr txBox="1"/>
          <p:nvPr/>
        </p:nvSpPr>
        <p:spPr>
          <a:xfrm>
            <a:off x="521208" y="974361"/>
            <a:ext cx="5789651" cy="923330"/>
          </a:xfrm>
          <a:prstGeom prst="rect">
            <a:avLst/>
          </a:prstGeom>
          <a:noFill/>
        </p:spPr>
        <p:txBody>
          <a:bodyPr wrap="square" rtlCol="0">
            <a:spAutoFit/>
          </a:bodyPr>
          <a:lstStyle/>
          <a:p>
            <a:r>
              <a:rPr lang="en-US" dirty="0"/>
              <a:t>If you press F12 on your laptop, whilst you are in your chrome page, you will see the code for your responsive-page.</a:t>
            </a:r>
            <a:endParaRPr lang="en-GB" dirty="0"/>
          </a:p>
        </p:txBody>
      </p:sp>
    </p:spTree>
    <p:extLst>
      <p:ext uri="{BB962C8B-B14F-4D97-AF65-F5344CB8AC3E}">
        <p14:creationId xmlns:p14="http://schemas.microsoft.com/office/powerpoint/2010/main" val="1605981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D061E2-D6E8-0107-ACD3-8B5AFBA5E598}"/>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5AE7431F-1861-8BC3-93BD-EADCDF976F25}"/>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B52F11DB-4FB5-77F6-A7C8-535CB3863755}"/>
              </a:ext>
            </a:extLst>
          </p:cNvPr>
          <p:cNvSpPr>
            <a:spLocks noGrp="1"/>
          </p:cNvSpPr>
          <p:nvPr>
            <p:ph type="sldNum" sz="quarter" idx="12"/>
          </p:nvPr>
        </p:nvSpPr>
        <p:spPr/>
        <p:txBody>
          <a:bodyPr/>
          <a:lstStyle/>
          <a:p>
            <a:fld id="{148CC95F-0247-41B6-91CF-DC97C76A7088}" type="slidenum">
              <a:rPr lang="en-US" smtClean="0"/>
              <a:t>11</a:t>
            </a:fld>
            <a:endParaRPr lang="en-US"/>
          </a:p>
        </p:txBody>
      </p:sp>
      <p:sp>
        <p:nvSpPr>
          <p:cNvPr id="6" name="TextBox 5">
            <a:extLst>
              <a:ext uri="{FF2B5EF4-FFF2-40B4-BE49-F238E27FC236}">
                <a16:creationId xmlns:a16="http://schemas.microsoft.com/office/drawing/2014/main" id="{9DAEF02F-7CCD-60D4-5DC5-CFDFBDC0C6D1}"/>
              </a:ext>
            </a:extLst>
          </p:cNvPr>
          <p:cNvSpPr txBox="1"/>
          <p:nvPr/>
        </p:nvSpPr>
        <p:spPr>
          <a:xfrm>
            <a:off x="704539" y="797510"/>
            <a:ext cx="10433154" cy="5693866"/>
          </a:xfrm>
          <a:prstGeom prst="rect">
            <a:avLst/>
          </a:prstGeom>
          <a:solidFill>
            <a:srgbClr val="CCFFFF"/>
          </a:solidFill>
        </p:spPr>
        <p:txBody>
          <a:bodyPr wrap="square">
            <a:spAutoFit/>
          </a:bodyPr>
          <a:lstStyle/>
          <a:p>
            <a:pPr marL="0" marR="0">
              <a:spcBef>
                <a:spcPts val="600"/>
              </a:spcBef>
              <a:spcAft>
                <a:spcPts val="600"/>
              </a:spcAft>
              <a:buNone/>
            </a:pPr>
            <a:r>
              <a:rPr lang="en-GB" dirty="0">
                <a:effectLst/>
              </a:rPr>
              <a:t>Viewing the page on a Nokia works well, since the </a:t>
            </a:r>
            <a:r>
              <a:rPr lang="en-GB" b="1" i="1" dirty="0">
                <a:effectLst/>
                <a:highlight>
                  <a:srgbClr val="FFE6AF"/>
                </a:highlight>
              </a:rPr>
              <a:t>script relies on standard HTML, CSS, and JavaScript that any modern mobile browser reads correctly, including the browser on Nokia's Android-based models (like the Nokia G, X, or C series).</a:t>
            </a:r>
          </a:p>
          <a:p>
            <a:pPr marL="0" marR="0">
              <a:spcBef>
                <a:spcPts val="600"/>
              </a:spcBef>
              <a:spcAft>
                <a:spcPts val="600"/>
              </a:spcAft>
              <a:buNone/>
            </a:pPr>
            <a:r>
              <a:rPr lang="en-GB" dirty="0">
                <a:effectLst/>
              </a:rPr>
              <a:t>To </a:t>
            </a:r>
            <a:r>
              <a:rPr lang="en-GB" b="1" i="1" dirty="0">
                <a:solidFill>
                  <a:srgbClr val="C00000"/>
                </a:solidFill>
                <a:effectLst/>
                <a:highlight>
                  <a:srgbClr val="FFFF00"/>
                </a:highlight>
              </a:rPr>
              <a:t>view it from the internet, upload the HTML file to a free hosting service and open the resulting link in the phone's browser</a:t>
            </a:r>
            <a:r>
              <a:rPr lang="en-GB" b="1" i="1" dirty="0">
                <a:solidFill>
                  <a:srgbClr val="C00000"/>
                </a:solidFill>
                <a:effectLst/>
              </a:rPr>
              <a:t>.</a:t>
            </a:r>
            <a:r>
              <a:rPr lang="en-GB" dirty="0">
                <a:effectLst/>
              </a:rPr>
              <a:t> A few simple options: </a:t>
            </a:r>
          </a:p>
          <a:p>
            <a:pPr marL="0" marR="0">
              <a:spcBef>
                <a:spcPts val="600"/>
              </a:spcBef>
              <a:spcAft>
                <a:spcPts val="600"/>
              </a:spcAft>
              <a:buNone/>
            </a:pPr>
            <a:br>
              <a:rPr lang="en-GB" dirty="0">
                <a:effectLst/>
              </a:rPr>
            </a:br>
            <a:r>
              <a:rPr lang="en-GB" dirty="0">
                <a:effectLst/>
              </a:rPr>
              <a:t>    • </a:t>
            </a:r>
            <a:r>
              <a:rPr lang="en-GB" b="1" dirty="0">
                <a:effectLst/>
              </a:rPr>
              <a:t>GitHub Pages</a:t>
            </a:r>
            <a:r>
              <a:rPr lang="en-GB" dirty="0">
                <a:effectLst/>
              </a:rPr>
              <a:t>: Create a free GitHub account, upload the file to a repository, enable Pages in the settings, and get a live URL. </a:t>
            </a:r>
            <a:br>
              <a:rPr lang="en-GB" dirty="0">
                <a:effectLst/>
              </a:rPr>
            </a:br>
            <a:r>
              <a:rPr lang="en-GB" dirty="0">
                <a:effectLst/>
              </a:rPr>
              <a:t>    • </a:t>
            </a:r>
            <a:r>
              <a:rPr lang="en-GB" b="1" dirty="0">
                <a:effectLst/>
              </a:rPr>
              <a:t>Netlify Drop</a:t>
            </a:r>
            <a:r>
              <a:rPr lang="en-GB" dirty="0">
                <a:effectLst/>
              </a:rPr>
              <a:t>: Go to app.netlify.com/drop, drag the HTML file into the browser window, and get an instant live link with no account needed. </a:t>
            </a:r>
            <a:br>
              <a:rPr lang="en-GB" dirty="0">
                <a:effectLst/>
              </a:rPr>
            </a:br>
            <a:r>
              <a:rPr lang="en-GB" dirty="0">
                <a:effectLst/>
              </a:rPr>
              <a:t>    • </a:t>
            </a:r>
            <a:r>
              <a:rPr lang="en-GB" b="1" dirty="0" err="1">
                <a:effectLst/>
              </a:rPr>
              <a:t>CodePen</a:t>
            </a:r>
            <a:r>
              <a:rPr lang="en-GB" b="1" dirty="0">
                <a:effectLst/>
              </a:rPr>
              <a:t> or </a:t>
            </a:r>
            <a:r>
              <a:rPr lang="en-GB" b="1" dirty="0" err="1">
                <a:effectLst/>
              </a:rPr>
              <a:t>JSFiddle</a:t>
            </a:r>
            <a:r>
              <a:rPr lang="en-GB" dirty="0">
                <a:effectLst/>
              </a:rPr>
              <a:t>: Paste the code into the editor, save it, and share the live preview link directly to the phone. </a:t>
            </a:r>
          </a:p>
          <a:p>
            <a:pPr marL="0" marR="0">
              <a:spcBef>
                <a:spcPts val="600"/>
              </a:spcBef>
              <a:spcAft>
                <a:spcPts val="600"/>
              </a:spcAft>
              <a:buNone/>
            </a:pPr>
            <a:r>
              <a:rPr lang="en-GB" dirty="0">
                <a:effectLst/>
              </a:rPr>
              <a:t>Once the page loads on the Nokia, the green box in the corner shows the phone's actual screen width, height, pixel ratio, and orientation, since real devices don't need the F12 DevTools trick that desktop browsers use for emulation. Rotating the phone between portrait and landscape updates the values instantly.</a:t>
            </a:r>
          </a:p>
          <a:p>
            <a:pPr marL="0" marR="0">
              <a:spcBef>
                <a:spcPts val="600"/>
              </a:spcBef>
              <a:spcAft>
                <a:spcPts val="600"/>
              </a:spcAft>
              <a:buNone/>
            </a:pPr>
            <a:r>
              <a:rPr lang="en-GB" dirty="0">
                <a:effectLst/>
              </a:rPr>
              <a:t>Does the Nokia run Android, or is it an older feature phone model? That changes which browser it uses and how well the layout and JavaScript display.</a:t>
            </a:r>
          </a:p>
        </p:txBody>
      </p:sp>
      <p:sp>
        <p:nvSpPr>
          <p:cNvPr id="7" name="TextBox 6">
            <a:extLst>
              <a:ext uri="{FF2B5EF4-FFF2-40B4-BE49-F238E27FC236}">
                <a16:creationId xmlns:a16="http://schemas.microsoft.com/office/drawing/2014/main" id="{5FAF0DCD-C570-7E66-CC27-87813453F113}"/>
              </a:ext>
            </a:extLst>
          </p:cNvPr>
          <p:cNvSpPr txBox="1"/>
          <p:nvPr/>
        </p:nvSpPr>
        <p:spPr>
          <a:xfrm>
            <a:off x="2743200" y="283146"/>
            <a:ext cx="8394493" cy="461665"/>
          </a:xfrm>
          <a:prstGeom prst="rect">
            <a:avLst/>
          </a:prstGeom>
          <a:noFill/>
        </p:spPr>
        <p:txBody>
          <a:bodyPr wrap="square" rtlCol="0">
            <a:spAutoFit/>
          </a:bodyPr>
          <a:lstStyle/>
          <a:p>
            <a:r>
              <a:rPr lang="en-US" sz="2400" b="1" dirty="0">
                <a:solidFill>
                  <a:srgbClr val="C00000"/>
                </a:solidFill>
                <a:highlight>
                  <a:srgbClr val="FFFF00"/>
                </a:highlight>
              </a:rPr>
              <a:t>Viewing the page from the internet on a mobile-phone</a:t>
            </a:r>
            <a:endParaRPr lang="en-GB" sz="2400" b="1" dirty="0">
              <a:solidFill>
                <a:srgbClr val="C00000"/>
              </a:solidFill>
              <a:highlight>
                <a:srgbClr val="FFFF00"/>
              </a:highlight>
            </a:endParaRPr>
          </a:p>
        </p:txBody>
      </p:sp>
    </p:spTree>
    <p:extLst>
      <p:ext uri="{BB962C8B-B14F-4D97-AF65-F5344CB8AC3E}">
        <p14:creationId xmlns:p14="http://schemas.microsoft.com/office/powerpoint/2010/main" val="3235249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AB4DEC-0E2E-9326-94E2-D5D7FF7D6BBF}"/>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35D7B42A-8B1B-4073-AF8F-E206FAAD28A5}"/>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288FB706-82ED-929B-50A3-F9126556E77E}"/>
              </a:ext>
            </a:extLst>
          </p:cNvPr>
          <p:cNvSpPr>
            <a:spLocks noGrp="1"/>
          </p:cNvSpPr>
          <p:nvPr>
            <p:ph type="sldNum" sz="quarter" idx="12"/>
          </p:nvPr>
        </p:nvSpPr>
        <p:spPr/>
        <p:txBody>
          <a:bodyPr/>
          <a:lstStyle/>
          <a:p>
            <a:fld id="{148CC95F-0247-41B6-91CF-DC97C76A7088}" type="slidenum">
              <a:rPr lang="en-US" smtClean="0"/>
              <a:t>12</a:t>
            </a:fld>
            <a:endParaRPr lang="en-US"/>
          </a:p>
        </p:txBody>
      </p:sp>
      <p:sp>
        <p:nvSpPr>
          <p:cNvPr id="5" name="TextBox 4">
            <a:extLst>
              <a:ext uri="{FF2B5EF4-FFF2-40B4-BE49-F238E27FC236}">
                <a16:creationId xmlns:a16="http://schemas.microsoft.com/office/drawing/2014/main" id="{A77EAC4B-4801-B404-8B47-6F1E3E8CAA34}"/>
              </a:ext>
            </a:extLst>
          </p:cNvPr>
          <p:cNvSpPr txBox="1"/>
          <p:nvPr/>
        </p:nvSpPr>
        <p:spPr>
          <a:xfrm>
            <a:off x="1139252" y="929390"/>
            <a:ext cx="8604355" cy="4524315"/>
          </a:xfrm>
          <a:prstGeom prst="rect">
            <a:avLst/>
          </a:prstGeom>
          <a:solidFill>
            <a:srgbClr val="CCFFFF"/>
          </a:solidFill>
        </p:spPr>
        <p:txBody>
          <a:bodyPr wrap="square" rtlCol="0">
            <a:spAutoFit/>
          </a:bodyPr>
          <a:lstStyle/>
          <a:p>
            <a:pPr marL="342900" indent="-342900">
              <a:buAutoNum type="arabicPeriod"/>
            </a:pPr>
            <a:r>
              <a:rPr lang="en-US" sz="2400" b="1" dirty="0">
                <a:solidFill>
                  <a:srgbClr val="C00000"/>
                </a:solidFill>
              </a:rPr>
              <a:t>You have to upload a file or a folder.</a:t>
            </a:r>
          </a:p>
          <a:p>
            <a:pPr marL="342900" indent="-342900">
              <a:buAutoNum type="arabicPeriod"/>
            </a:pPr>
            <a:endParaRPr lang="en-US" sz="2400" b="1" dirty="0">
              <a:solidFill>
                <a:srgbClr val="C00000"/>
              </a:solidFill>
            </a:endParaRPr>
          </a:p>
          <a:p>
            <a:pPr marL="342900" indent="-342900">
              <a:buAutoNum type="arabicPeriod"/>
            </a:pPr>
            <a:r>
              <a:rPr lang="en-US" sz="2400" b="1" dirty="0">
                <a:solidFill>
                  <a:srgbClr val="C00000"/>
                </a:solidFill>
              </a:rPr>
              <a:t> the file must be called “index.html.</a:t>
            </a:r>
          </a:p>
          <a:p>
            <a:pPr marL="342900" indent="-342900">
              <a:buAutoNum type="arabicPeriod"/>
            </a:pPr>
            <a:endParaRPr lang="en-US" sz="2400" b="1" dirty="0">
              <a:solidFill>
                <a:srgbClr val="C00000"/>
              </a:solidFill>
            </a:endParaRPr>
          </a:p>
          <a:p>
            <a:pPr marL="342900" indent="-342900">
              <a:buAutoNum type="arabicPeriod"/>
            </a:pPr>
            <a:r>
              <a:rPr lang="en-US" sz="2400" b="1" dirty="0">
                <a:solidFill>
                  <a:srgbClr val="C00000"/>
                </a:solidFill>
              </a:rPr>
              <a:t>Copy the file you want in a different folder,  so you have the original.</a:t>
            </a:r>
          </a:p>
          <a:p>
            <a:endParaRPr lang="en-US" sz="2400" b="1" dirty="0">
              <a:solidFill>
                <a:srgbClr val="C00000"/>
              </a:solidFill>
            </a:endParaRPr>
          </a:p>
          <a:p>
            <a:r>
              <a:rPr lang="en-US" sz="2400" b="1" dirty="0">
                <a:solidFill>
                  <a:srgbClr val="C00000"/>
                </a:solidFill>
              </a:rPr>
              <a:t>4. Then change the name to index.html </a:t>
            </a:r>
          </a:p>
          <a:p>
            <a:pPr marL="342900" indent="-342900">
              <a:buAutoNum type="arabicPeriod"/>
            </a:pPr>
            <a:endParaRPr lang="en-US" sz="2400" b="1" dirty="0">
              <a:solidFill>
                <a:srgbClr val="C00000"/>
              </a:solidFill>
            </a:endParaRPr>
          </a:p>
          <a:p>
            <a:r>
              <a:rPr lang="en-US" sz="2400" b="1" dirty="0">
                <a:solidFill>
                  <a:srgbClr val="C00000"/>
                </a:solidFill>
              </a:rPr>
              <a:t>5. Upload it to Netlify and Netlify will give you a internet name URL: </a:t>
            </a:r>
            <a:r>
              <a:rPr lang="en-US" sz="2400" b="1" dirty="0">
                <a:solidFill>
                  <a:srgbClr val="C00000"/>
                </a:solidFill>
                <a:highlight>
                  <a:srgbClr val="FFE6AF"/>
                </a:highlight>
              </a:rPr>
              <a:t>https://app.netlify.com/projects/magical-conkies-017779/overview</a:t>
            </a:r>
            <a:endParaRPr lang="en-GB" sz="2400" b="1" dirty="0">
              <a:solidFill>
                <a:srgbClr val="C00000"/>
              </a:solidFill>
              <a:highlight>
                <a:srgbClr val="FFE6AF"/>
              </a:highlight>
            </a:endParaRPr>
          </a:p>
        </p:txBody>
      </p:sp>
    </p:spTree>
    <p:extLst>
      <p:ext uri="{BB962C8B-B14F-4D97-AF65-F5344CB8AC3E}">
        <p14:creationId xmlns:p14="http://schemas.microsoft.com/office/powerpoint/2010/main" val="691014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779E49-B105-6E0E-824E-6A9FEF17DC66}"/>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4DD992B8-87BB-781F-B8D3-72DD90F3D53F}"/>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8FD1B3F0-1646-5629-1FC6-8BC5D0EFE515}"/>
              </a:ext>
            </a:extLst>
          </p:cNvPr>
          <p:cNvSpPr>
            <a:spLocks noGrp="1"/>
          </p:cNvSpPr>
          <p:nvPr>
            <p:ph type="sldNum" sz="quarter" idx="12"/>
          </p:nvPr>
        </p:nvSpPr>
        <p:spPr/>
        <p:txBody>
          <a:bodyPr/>
          <a:lstStyle/>
          <a:p>
            <a:fld id="{148CC95F-0247-41B6-91CF-DC97C76A7088}" type="slidenum">
              <a:rPr lang="en-US" smtClean="0"/>
              <a:t>13</a:t>
            </a:fld>
            <a:endParaRPr lang="en-US"/>
          </a:p>
        </p:txBody>
      </p:sp>
      <p:pic>
        <p:nvPicPr>
          <p:cNvPr id="6" name="Picture 5">
            <a:extLst>
              <a:ext uri="{FF2B5EF4-FFF2-40B4-BE49-F238E27FC236}">
                <a16:creationId xmlns:a16="http://schemas.microsoft.com/office/drawing/2014/main" id="{8391E18A-1779-62FE-B5AC-A207782F9E66}"/>
              </a:ext>
            </a:extLst>
          </p:cNvPr>
          <p:cNvPicPr>
            <a:picLocks noChangeAspect="1"/>
          </p:cNvPicPr>
          <p:nvPr/>
        </p:nvPicPr>
        <p:blipFill>
          <a:blip r:embed="rId3"/>
          <a:stretch>
            <a:fillRect/>
          </a:stretch>
        </p:blipFill>
        <p:spPr>
          <a:xfrm>
            <a:off x="679732" y="764497"/>
            <a:ext cx="9113841" cy="4108261"/>
          </a:xfrm>
          <a:prstGeom prst="rect">
            <a:avLst/>
          </a:prstGeom>
        </p:spPr>
      </p:pic>
      <p:sp>
        <p:nvSpPr>
          <p:cNvPr id="7" name="TextBox 6">
            <a:extLst>
              <a:ext uri="{FF2B5EF4-FFF2-40B4-BE49-F238E27FC236}">
                <a16:creationId xmlns:a16="http://schemas.microsoft.com/office/drawing/2014/main" id="{A22A02FB-06A5-83FC-8A32-9DA664DCB72D}"/>
              </a:ext>
            </a:extLst>
          </p:cNvPr>
          <p:cNvSpPr txBox="1"/>
          <p:nvPr/>
        </p:nvSpPr>
        <p:spPr>
          <a:xfrm>
            <a:off x="1064302" y="5171607"/>
            <a:ext cx="9203960" cy="369332"/>
          </a:xfrm>
          <a:prstGeom prst="rect">
            <a:avLst/>
          </a:prstGeom>
          <a:noFill/>
        </p:spPr>
        <p:txBody>
          <a:bodyPr wrap="square" rtlCol="0">
            <a:spAutoFit/>
          </a:bodyPr>
          <a:lstStyle/>
          <a:p>
            <a:r>
              <a:rPr lang="en-US" dirty="0"/>
              <a:t>My web-page “responsive-page” in Netlify</a:t>
            </a:r>
            <a:endParaRPr lang="en-GB" dirty="0"/>
          </a:p>
        </p:txBody>
      </p:sp>
      <p:sp>
        <p:nvSpPr>
          <p:cNvPr id="9" name="TextBox 8">
            <a:extLst>
              <a:ext uri="{FF2B5EF4-FFF2-40B4-BE49-F238E27FC236}">
                <a16:creationId xmlns:a16="http://schemas.microsoft.com/office/drawing/2014/main" id="{443AB95A-84B1-5D5A-4EE6-3D787B507AC5}"/>
              </a:ext>
            </a:extLst>
          </p:cNvPr>
          <p:cNvSpPr txBox="1"/>
          <p:nvPr/>
        </p:nvSpPr>
        <p:spPr>
          <a:xfrm>
            <a:off x="1860804" y="5656848"/>
            <a:ext cx="7610956" cy="646331"/>
          </a:xfrm>
          <a:prstGeom prst="rect">
            <a:avLst/>
          </a:prstGeom>
          <a:noFill/>
        </p:spPr>
        <p:txBody>
          <a:bodyPr wrap="square" rtlCol="0">
            <a:spAutoFit/>
          </a:bodyPr>
          <a:lstStyle/>
          <a:p>
            <a:r>
              <a:rPr lang="en-US" dirty="0"/>
              <a:t>Log-in to </a:t>
            </a:r>
            <a:r>
              <a:rPr lang="en-US" dirty="0">
                <a:hlinkClick r:id="rId4"/>
              </a:rPr>
              <a:t>Netfliy</a:t>
            </a:r>
            <a:r>
              <a:rPr lang="en-US" dirty="0"/>
              <a:t> with GranitAI (</a:t>
            </a:r>
            <a:r>
              <a:rPr lang="en-US" dirty="0">
                <a:hlinkClick r:id="rId5"/>
              </a:rPr>
              <a:t>algol999.AI@gmail.co</a:t>
            </a:r>
            <a:r>
              <a:rPr lang="en-US" dirty="0"/>
              <a:t>) Netlify is a Private Account.</a:t>
            </a:r>
            <a:endParaRPr lang="en-GB" dirty="0"/>
          </a:p>
        </p:txBody>
      </p:sp>
    </p:spTree>
    <p:extLst>
      <p:ext uri="{BB962C8B-B14F-4D97-AF65-F5344CB8AC3E}">
        <p14:creationId xmlns:p14="http://schemas.microsoft.com/office/powerpoint/2010/main" val="52922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D7D06D-CB7C-FCC9-9A3F-085C7B39EEB5}"/>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9B87690E-5EEF-E1BE-10ED-792B2C926B3D}"/>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6321E323-3C48-77F9-4BA8-EB8E6D97A09D}"/>
              </a:ext>
            </a:extLst>
          </p:cNvPr>
          <p:cNvSpPr>
            <a:spLocks noGrp="1"/>
          </p:cNvSpPr>
          <p:nvPr>
            <p:ph type="sldNum" sz="quarter" idx="12"/>
          </p:nvPr>
        </p:nvSpPr>
        <p:spPr/>
        <p:txBody>
          <a:bodyPr/>
          <a:lstStyle/>
          <a:p>
            <a:fld id="{148CC95F-0247-41B6-91CF-DC97C76A7088}" type="slidenum">
              <a:rPr lang="en-US" smtClean="0"/>
              <a:t>14</a:t>
            </a:fld>
            <a:endParaRPr lang="en-US"/>
          </a:p>
        </p:txBody>
      </p:sp>
      <p:pic>
        <p:nvPicPr>
          <p:cNvPr id="6" name="Picture 5">
            <a:extLst>
              <a:ext uri="{FF2B5EF4-FFF2-40B4-BE49-F238E27FC236}">
                <a16:creationId xmlns:a16="http://schemas.microsoft.com/office/drawing/2014/main" id="{4192D391-6C75-D90B-7622-90B279C366E4}"/>
              </a:ext>
            </a:extLst>
          </p:cNvPr>
          <p:cNvPicPr>
            <a:picLocks noChangeAspect="1"/>
          </p:cNvPicPr>
          <p:nvPr/>
        </p:nvPicPr>
        <p:blipFill>
          <a:blip r:embed="rId2"/>
          <a:stretch>
            <a:fillRect/>
          </a:stretch>
        </p:blipFill>
        <p:spPr>
          <a:xfrm>
            <a:off x="1679685" y="918098"/>
            <a:ext cx="7610956" cy="4171508"/>
          </a:xfrm>
          <a:prstGeom prst="rect">
            <a:avLst/>
          </a:prstGeom>
        </p:spPr>
      </p:pic>
      <p:sp>
        <p:nvSpPr>
          <p:cNvPr id="7" name="TextBox 6">
            <a:extLst>
              <a:ext uri="{FF2B5EF4-FFF2-40B4-BE49-F238E27FC236}">
                <a16:creationId xmlns:a16="http://schemas.microsoft.com/office/drawing/2014/main" id="{CB8EE4A6-3732-7A20-BC2D-331F1BEC670D}"/>
              </a:ext>
            </a:extLst>
          </p:cNvPr>
          <p:cNvSpPr txBox="1"/>
          <p:nvPr/>
        </p:nvSpPr>
        <p:spPr>
          <a:xfrm>
            <a:off x="1892808" y="5426439"/>
            <a:ext cx="7610956" cy="646331"/>
          </a:xfrm>
          <a:prstGeom prst="rect">
            <a:avLst/>
          </a:prstGeom>
          <a:noFill/>
        </p:spPr>
        <p:txBody>
          <a:bodyPr wrap="square" rtlCol="0">
            <a:spAutoFit/>
          </a:bodyPr>
          <a:lstStyle/>
          <a:p>
            <a:r>
              <a:rPr lang="en-US" dirty="0"/>
              <a:t>Log-in to Netfliy with GranitAI (</a:t>
            </a:r>
            <a:r>
              <a:rPr lang="en-US" dirty="0">
                <a:hlinkClick r:id="rId3"/>
              </a:rPr>
              <a:t>algol999.AI@gmail.co</a:t>
            </a:r>
            <a:r>
              <a:rPr lang="en-US" dirty="0"/>
              <a:t>) Netlify is a Private Account.</a:t>
            </a:r>
            <a:endParaRPr lang="en-GB" dirty="0"/>
          </a:p>
        </p:txBody>
      </p:sp>
    </p:spTree>
    <p:extLst>
      <p:ext uri="{BB962C8B-B14F-4D97-AF65-F5344CB8AC3E}">
        <p14:creationId xmlns:p14="http://schemas.microsoft.com/office/powerpoint/2010/main" val="2149558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945F26-430E-0D25-A833-03125C7452FD}"/>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4BC4C1AA-E414-9749-2038-6C5F545A9424}"/>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E5F1C53C-DF14-158F-1925-3D66DF9CBEF0}"/>
              </a:ext>
            </a:extLst>
          </p:cNvPr>
          <p:cNvSpPr>
            <a:spLocks noGrp="1"/>
          </p:cNvSpPr>
          <p:nvPr>
            <p:ph type="sldNum" sz="quarter" idx="12"/>
          </p:nvPr>
        </p:nvSpPr>
        <p:spPr/>
        <p:txBody>
          <a:bodyPr/>
          <a:lstStyle/>
          <a:p>
            <a:fld id="{148CC95F-0247-41B6-91CF-DC97C76A7088}" type="slidenum">
              <a:rPr lang="en-US" smtClean="0"/>
              <a:t>15</a:t>
            </a:fld>
            <a:endParaRPr lang="en-US"/>
          </a:p>
        </p:txBody>
      </p:sp>
      <p:pic>
        <p:nvPicPr>
          <p:cNvPr id="6" name="Picture 5">
            <a:extLst>
              <a:ext uri="{FF2B5EF4-FFF2-40B4-BE49-F238E27FC236}">
                <a16:creationId xmlns:a16="http://schemas.microsoft.com/office/drawing/2014/main" id="{FB9F6CCD-45B3-FE43-72C8-E1523F3B8C63}"/>
              </a:ext>
            </a:extLst>
          </p:cNvPr>
          <p:cNvPicPr>
            <a:picLocks noChangeAspect="1"/>
          </p:cNvPicPr>
          <p:nvPr/>
        </p:nvPicPr>
        <p:blipFill>
          <a:blip r:embed="rId2"/>
          <a:stretch>
            <a:fillRect/>
          </a:stretch>
        </p:blipFill>
        <p:spPr>
          <a:xfrm>
            <a:off x="2305471" y="1940774"/>
            <a:ext cx="7581058" cy="4660876"/>
          </a:xfrm>
          <a:prstGeom prst="rect">
            <a:avLst/>
          </a:prstGeom>
        </p:spPr>
      </p:pic>
      <p:sp>
        <p:nvSpPr>
          <p:cNvPr id="7" name="TextBox 6">
            <a:extLst>
              <a:ext uri="{FF2B5EF4-FFF2-40B4-BE49-F238E27FC236}">
                <a16:creationId xmlns:a16="http://schemas.microsoft.com/office/drawing/2014/main" id="{1B06D16D-AD4B-DA25-8764-FBCE7501B8C4}"/>
              </a:ext>
            </a:extLst>
          </p:cNvPr>
          <p:cNvSpPr txBox="1"/>
          <p:nvPr/>
        </p:nvSpPr>
        <p:spPr>
          <a:xfrm>
            <a:off x="1561475" y="465709"/>
            <a:ext cx="9069049" cy="1200329"/>
          </a:xfrm>
          <a:prstGeom prst="rect">
            <a:avLst/>
          </a:prstGeom>
          <a:noFill/>
        </p:spPr>
        <p:txBody>
          <a:bodyPr wrap="square" rtlCol="0">
            <a:spAutoFit/>
          </a:bodyPr>
          <a:lstStyle/>
          <a:p>
            <a:pPr marL="342900" indent="-342900">
              <a:buAutoNum type="arabicPeriod"/>
            </a:pPr>
            <a:r>
              <a:rPr lang="en-US" dirty="0"/>
              <a:t>In Github : open a new account (where applicable)</a:t>
            </a:r>
          </a:p>
          <a:p>
            <a:pPr marL="342900" indent="-342900">
              <a:buAutoNum type="arabicPeriod"/>
            </a:pPr>
            <a:r>
              <a:rPr lang="en-US" dirty="0"/>
              <a:t>create a new repository</a:t>
            </a:r>
          </a:p>
          <a:p>
            <a:pPr marL="342900" indent="-342900">
              <a:buAutoNum type="arabicPeriod"/>
            </a:pPr>
            <a:r>
              <a:rPr lang="en-US" dirty="0"/>
              <a:t>Upload you file “index.html”</a:t>
            </a:r>
          </a:p>
          <a:p>
            <a:pPr marL="342900" indent="-342900">
              <a:buAutoNum type="arabicPeriod"/>
            </a:pPr>
            <a:r>
              <a:rPr lang="en-US" dirty="0"/>
              <a:t>Click on “settings” next to the “code issues tab” on left-hand-side of screen.</a:t>
            </a:r>
            <a:endParaRPr lang="en-GB" dirty="0"/>
          </a:p>
        </p:txBody>
      </p:sp>
    </p:spTree>
    <p:extLst>
      <p:ext uri="{BB962C8B-B14F-4D97-AF65-F5344CB8AC3E}">
        <p14:creationId xmlns:p14="http://schemas.microsoft.com/office/powerpoint/2010/main" val="532412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55573A-338C-1031-A564-BE9138B41F95}"/>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30EB079A-AD01-DE67-A66B-B8747BEEED4A}"/>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49A79C7C-750B-3826-53AE-CB651146FCF3}"/>
              </a:ext>
            </a:extLst>
          </p:cNvPr>
          <p:cNvSpPr>
            <a:spLocks noGrp="1"/>
          </p:cNvSpPr>
          <p:nvPr>
            <p:ph type="sldNum" sz="quarter" idx="12"/>
          </p:nvPr>
        </p:nvSpPr>
        <p:spPr/>
        <p:txBody>
          <a:bodyPr/>
          <a:lstStyle/>
          <a:p>
            <a:fld id="{148CC95F-0247-41B6-91CF-DC97C76A7088}" type="slidenum">
              <a:rPr lang="en-US" smtClean="0"/>
              <a:t>16</a:t>
            </a:fld>
            <a:endParaRPr lang="en-US"/>
          </a:p>
        </p:txBody>
      </p:sp>
      <p:sp>
        <p:nvSpPr>
          <p:cNvPr id="6" name="TextBox 5">
            <a:extLst>
              <a:ext uri="{FF2B5EF4-FFF2-40B4-BE49-F238E27FC236}">
                <a16:creationId xmlns:a16="http://schemas.microsoft.com/office/drawing/2014/main" id="{050EF1AA-91A1-9843-B857-BC11CFA34B19}"/>
              </a:ext>
            </a:extLst>
          </p:cNvPr>
          <p:cNvSpPr txBox="1"/>
          <p:nvPr/>
        </p:nvSpPr>
        <p:spPr>
          <a:xfrm>
            <a:off x="521208" y="577602"/>
            <a:ext cx="10643017" cy="5293757"/>
          </a:xfrm>
          <a:prstGeom prst="rect">
            <a:avLst/>
          </a:prstGeom>
          <a:noFill/>
        </p:spPr>
        <p:txBody>
          <a:bodyPr wrap="square">
            <a:spAutoFit/>
          </a:bodyPr>
          <a:lstStyle/>
          <a:p>
            <a:pPr marL="0" marR="0">
              <a:spcBef>
                <a:spcPts val="600"/>
              </a:spcBef>
              <a:spcAft>
                <a:spcPts val="600"/>
              </a:spcAft>
              <a:buNone/>
            </a:pPr>
            <a:r>
              <a:rPr lang="en-GB" dirty="0">
                <a:effectLst/>
              </a:rPr>
              <a:t>Clicking "Pages" from that particular menu opens a different area, since that sidebar belongs to the account-wide settings, not a specific repository's settings. "Build and deployment" only appears inside a repository's own Pages settings.</a:t>
            </a:r>
          </a:p>
          <a:p>
            <a:pPr marL="0" marR="0">
              <a:spcBef>
                <a:spcPts val="600"/>
              </a:spcBef>
              <a:spcAft>
                <a:spcPts val="600"/>
              </a:spcAft>
              <a:buNone/>
            </a:pPr>
            <a:r>
              <a:rPr lang="en-GB" dirty="0">
                <a:effectLst/>
              </a:rPr>
              <a:t>Follow these steps instead:</a:t>
            </a:r>
          </a:p>
          <a:p>
            <a:pPr marL="342900" marR="0" lvl="0" indent="-342900">
              <a:spcBef>
                <a:spcPts val="300"/>
              </a:spcBef>
              <a:spcAft>
                <a:spcPts val="300"/>
              </a:spcAft>
              <a:buFont typeface="+mj-lt"/>
              <a:buAutoNum type="arabicPeriod"/>
            </a:pPr>
            <a:r>
              <a:rPr lang="en-GB" b="1" dirty="0">
                <a:solidFill>
                  <a:srgbClr val="C00000"/>
                </a:solidFill>
                <a:effectLst/>
                <a:highlight>
                  <a:srgbClr val="FFE6AF"/>
                </a:highlight>
              </a:rPr>
              <a:t>Go to github.com and </a:t>
            </a:r>
            <a:r>
              <a:rPr lang="en-GB" dirty="0">
                <a:effectLst/>
              </a:rPr>
              <a:t>click the repository name directly (the one holding the index.html file), not the account settings menu.</a:t>
            </a:r>
          </a:p>
          <a:p>
            <a:pPr marL="342900" marR="0" lvl="0" indent="-342900">
              <a:spcBef>
                <a:spcPts val="300"/>
              </a:spcBef>
              <a:spcAft>
                <a:spcPts val="300"/>
              </a:spcAft>
              <a:buFont typeface="+mj-lt"/>
              <a:buAutoNum type="arabicPeriod"/>
            </a:pPr>
            <a:r>
              <a:rPr lang="en-GB" b="1" dirty="0">
                <a:solidFill>
                  <a:srgbClr val="C00000"/>
                </a:solidFill>
                <a:effectLst/>
                <a:highlight>
                  <a:srgbClr val="FFE6AF"/>
                </a:highlight>
              </a:rPr>
              <a:t>Inside that repository page, </a:t>
            </a:r>
            <a:r>
              <a:rPr lang="en-GB" dirty="0">
                <a:effectLst/>
              </a:rPr>
              <a:t>click </a:t>
            </a:r>
            <a:r>
              <a:rPr lang="en-GB" b="1" i="1" dirty="0">
                <a:effectLst/>
                <a:highlight>
                  <a:srgbClr val="FFE6AF"/>
                </a:highlight>
              </a:rPr>
              <a:t>"Settings" (a tab near the top of the repository, alongside "Code," "Issues," and "Pull requests").</a:t>
            </a:r>
          </a:p>
          <a:p>
            <a:pPr marL="342900" marR="0" lvl="0" indent="-342900">
              <a:spcBef>
                <a:spcPts val="300"/>
              </a:spcBef>
              <a:spcAft>
                <a:spcPts val="300"/>
              </a:spcAft>
              <a:buFont typeface="+mj-lt"/>
              <a:buAutoNum type="arabicPeriod"/>
            </a:pPr>
            <a:r>
              <a:rPr lang="en-GB" dirty="0">
                <a:effectLst/>
              </a:rPr>
              <a:t>In </a:t>
            </a:r>
            <a:r>
              <a:rPr lang="en-GB" b="1" i="1" dirty="0">
                <a:effectLst/>
                <a:highlight>
                  <a:srgbClr val="00FF00"/>
                </a:highlight>
              </a:rPr>
              <a:t>the left sidebar of the repository settings, click "Pages</a:t>
            </a:r>
            <a:r>
              <a:rPr lang="en-GB" dirty="0">
                <a:effectLst/>
              </a:rPr>
              <a:t>."</a:t>
            </a:r>
          </a:p>
          <a:p>
            <a:pPr marL="342900" marR="0" lvl="0" indent="-342900">
              <a:spcBef>
                <a:spcPts val="300"/>
              </a:spcBef>
              <a:spcAft>
                <a:spcPts val="300"/>
              </a:spcAft>
              <a:buFont typeface="+mj-lt"/>
              <a:buAutoNum type="arabicPeriod"/>
            </a:pPr>
            <a:r>
              <a:rPr lang="en-GB" dirty="0">
                <a:effectLst/>
              </a:rPr>
              <a:t>"</a:t>
            </a:r>
            <a:r>
              <a:rPr lang="en-GB" b="1" i="1" dirty="0">
                <a:solidFill>
                  <a:srgbClr val="0070C0"/>
                </a:solidFill>
                <a:effectLst/>
                <a:highlight>
                  <a:srgbClr val="FFFF00"/>
                </a:highlight>
              </a:rPr>
              <a:t>Build and deployment" appears there, with a "Branch" dropdown to select "main" and a folder option set to "/ (root)."</a:t>
            </a:r>
          </a:p>
          <a:p>
            <a:pPr marL="0" marR="0">
              <a:spcBef>
                <a:spcPts val="600"/>
              </a:spcBef>
              <a:spcAft>
                <a:spcPts val="600"/>
              </a:spcAft>
              <a:buNone/>
            </a:pPr>
            <a:r>
              <a:rPr lang="en-GB" dirty="0">
                <a:effectLst/>
              </a:rPr>
              <a:t>The account-wide "Code, planning, and automation" menu (the one showing Repositories, </a:t>
            </a:r>
            <a:r>
              <a:rPr lang="en-GB" dirty="0" err="1">
                <a:effectLst/>
              </a:rPr>
              <a:t>Codespaces</a:t>
            </a:r>
            <a:r>
              <a:rPr lang="en-GB" dirty="0">
                <a:effectLst/>
              </a:rPr>
              <a:t>, Packages, Copilot, Pages, Saved replies) controls general account features and doesn't hold the deployment settings for an individual project. Navigating into the specific repository first, then its own Settings tab, brings up the correct Pages screen with the "Build and deployment" section visible.</a:t>
            </a:r>
          </a:p>
          <a:p>
            <a:pPr marL="0" marR="0">
              <a:spcBef>
                <a:spcPts val="600"/>
              </a:spcBef>
              <a:spcAft>
                <a:spcPts val="600"/>
              </a:spcAft>
              <a:buNone/>
            </a:pPr>
            <a:r>
              <a:rPr lang="en-GB" dirty="0">
                <a:effectLst/>
              </a:rPr>
              <a:t>Try that path and let me know once the "Branch" dropdown shows up.</a:t>
            </a:r>
          </a:p>
        </p:txBody>
      </p:sp>
    </p:spTree>
    <p:extLst>
      <p:ext uri="{BB962C8B-B14F-4D97-AF65-F5344CB8AC3E}">
        <p14:creationId xmlns:p14="http://schemas.microsoft.com/office/powerpoint/2010/main" val="3901771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D4A9E1-5398-F4FD-CC58-3087B73238C7}"/>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0C8783A5-7C25-3C59-8474-CFBFAF783D28}"/>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496DF2B6-EA28-DDC1-9354-089C0CBC4807}"/>
              </a:ext>
            </a:extLst>
          </p:cNvPr>
          <p:cNvSpPr>
            <a:spLocks noGrp="1"/>
          </p:cNvSpPr>
          <p:nvPr>
            <p:ph type="sldNum" sz="quarter" idx="12"/>
          </p:nvPr>
        </p:nvSpPr>
        <p:spPr/>
        <p:txBody>
          <a:bodyPr/>
          <a:lstStyle/>
          <a:p>
            <a:fld id="{148CC95F-0247-41B6-91CF-DC97C76A7088}" type="slidenum">
              <a:rPr lang="en-US" smtClean="0"/>
              <a:t>17</a:t>
            </a:fld>
            <a:endParaRPr lang="en-US"/>
          </a:p>
        </p:txBody>
      </p:sp>
      <p:pic>
        <p:nvPicPr>
          <p:cNvPr id="6" name="Picture 5">
            <a:extLst>
              <a:ext uri="{FF2B5EF4-FFF2-40B4-BE49-F238E27FC236}">
                <a16:creationId xmlns:a16="http://schemas.microsoft.com/office/drawing/2014/main" id="{46ED2D5D-D998-3490-EB59-0BAA143238DD}"/>
              </a:ext>
            </a:extLst>
          </p:cNvPr>
          <p:cNvPicPr>
            <a:picLocks noChangeAspect="1"/>
          </p:cNvPicPr>
          <p:nvPr/>
        </p:nvPicPr>
        <p:blipFill>
          <a:blip r:embed="rId3"/>
          <a:stretch>
            <a:fillRect/>
          </a:stretch>
        </p:blipFill>
        <p:spPr>
          <a:xfrm>
            <a:off x="0" y="16585"/>
            <a:ext cx="12192000" cy="6824829"/>
          </a:xfrm>
          <a:prstGeom prst="rect">
            <a:avLst/>
          </a:prstGeom>
        </p:spPr>
      </p:pic>
      <p:sp>
        <p:nvSpPr>
          <p:cNvPr id="7" name="Arrow: Left 6">
            <a:extLst>
              <a:ext uri="{FF2B5EF4-FFF2-40B4-BE49-F238E27FC236}">
                <a16:creationId xmlns:a16="http://schemas.microsoft.com/office/drawing/2014/main" id="{262289BE-5332-C091-102F-8B2EE0A82E87}"/>
              </a:ext>
            </a:extLst>
          </p:cNvPr>
          <p:cNvSpPr/>
          <p:nvPr/>
        </p:nvSpPr>
        <p:spPr>
          <a:xfrm>
            <a:off x="6625652" y="2814402"/>
            <a:ext cx="1963712" cy="659568"/>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Arrow: Right 7">
            <a:extLst>
              <a:ext uri="{FF2B5EF4-FFF2-40B4-BE49-F238E27FC236}">
                <a16:creationId xmlns:a16="http://schemas.microsoft.com/office/drawing/2014/main" id="{2430886B-2FE0-6FB7-BBF2-2D25957088E4}"/>
              </a:ext>
            </a:extLst>
          </p:cNvPr>
          <p:cNvSpPr/>
          <p:nvPr/>
        </p:nvSpPr>
        <p:spPr>
          <a:xfrm>
            <a:off x="2938072" y="4407108"/>
            <a:ext cx="644577" cy="365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17381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528065-97FF-86F8-F869-EA6D0F293B92}"/>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E4AF4C01-D337-2C67-A11E-CC076F847E9A}"/>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BAD67ED2-A148-CC82-4147-E34DE411005F}"/>
              </a:ext>
            </a:extLst>
          </p:cNvPr>
          <p:cNvSpPr>
            <a:spLocks noGrp="1"/>
          </p:cNvSpPr>
          <p:nvPr>
            <p:ph type="sldNum" sz="quarter" idx="12"/>
          </p:nvPr>
        </p:nvSpPr>
        <p:spPr/>
        <p:txBody>
          <a:bodyPr/>
          <a:lstStyle/>
          <a:p>
            <a:fld id="{148CC95F-0247-41B6-91CF-DC97C76A7088}" type="slidenum">
              <a:rPr lang="en-US" smtClean="0"/>
              <a:t>18</a:t>
            </a:fld>
            <a:endParaRPr lang="en-US"/>
          </a:p>
        </p:txBody>
      </p:sp>
      <p:pic>
        <p:nvPicPr>
          <p:cNvPr id="6" name="Picture 5">
            <a:extLst>
              <a:ext uri="{FF2B5EF4-FFF2-40B4-BE49-F238E27FC236}">
                <a16:creationId xmlns:a16="http://schemas.microsoft.com/office/drawing/2014/main" id="{881AAAB0-DBA0-16AA-E48D-EA2AB908B5E1}"/>
              </a:ext>
            </a:extLst>
          </p:cNvPr>
          <p:cNvPicPr>
            <a:picLocks noChangeAspect="1"/>
          </p:cNvPicPr>
          <p:nvPr/>
        </p:nvPicPr>
        <p:blipFill>
          <a:blip r:embed="rId3"/>
          <a:stretch>
            <a:fillRect/>
          </a:stretch>
        </p:blipFill>
        <p:spPr>
          <a:xfrm>
            <a:off x="1821079" y="465709"/>
            <a:ext cx="8549841" cy="5001600"/>
          </a:xfrm>
          <a:prstGeom prst="rect">
            <a:avLst/>
          </a:prstGeom>
        </p:spPr>
      </p:pic>
      <p:sp>
        <p:nvSpPr>
          <p:cNvPr id="7" name="TextBox 6">
            <a:extLst>
              <a:ext uri="{FF2B5EF4-FFF2-40B4-BE49-F238E27FC236}">
                <a16:creationId xmlns:a16="http://schemas.microsoft.com/office/drawing/2014/main" id="{A0043D38-E2BD-7464-0EE3-72809FA740D8}"/>
              </a:ext>
            </a:extLst>
          </p:cNvPr>
          <p:cNvSpPr txBox="1"/>
          <p:nvPr/>
        </p:nvSpPr>
        <p:spPr>
          <a:xfrm>
            <a:off x="1678898" y="5786203"/>
            <a:ext cx="4417102" cy="646331"/>
          </a:xfrm>
          <a:prstGeom prst="rect">
            <a:avLst/>
          </a:prstGeom>
          <a:noFill/>
        </p:spPr>
        <p:txBody>
          <a:bodyPr wrap="square" rtlCol="0">
            <a:spAutoFit/>
          </a:bodyPr>
          <a:lstStyle/>
          <a:p>
            <a:r>
              <a:rPr lang="en-US" dirty="0"/>
              <a:t>I created new repository in Git-hub. You have to wait ten minutes for it to go live.</a:t>
            </a:r>
            <a:endParaRPr lang="en-GB" dirty="0"/>
          </a:p>
        </p:txBody>
      </p:sp>
    </p:spTree>
    <p:extLst>
      <p:ext uri="{BB962C8B-B14F-4D97-AF65-F5344CB8AC3E}">
        <p14:creationId xmlns:p14="http://schemas.microsoft.com/office/powerpoint/2010/main" val="3701296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B5F53-D7F3-A986-5B5A-E5E2E3F02369}"/>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8C4163FC-533A-906F-56CB-246105D02942}"/>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090E8DAE-63F3-6D11-0873-E7BDBB2AB64A}"/>
              </a:ext>
            </a:extLst>
          </p:cNvPr>
          <p:cNvSpPr>
            <a:spLocks noGrp="1"/>
          </p:cNvSpPr>
          <p:nvPr>
            <p:ph type="sldNum" sz="quarter" idx="12"/>
          </p:nvPr>
        </p:nvSpPr>
        <p:spPr/>
        <p:txBody>
          <a:bodyPr/>
          <a:lstStyle/>
          <a:p>
            <a:fld id="{148CC95F-0247-41B6-91CF-DC97C76A7088}" type="slidenum">
              <a:rPr lang="en-US" smtClean="0"/>
              <a:t>19</a:t>
            </a:fld>
            <a:endParaRPr lang="en-US"/>
          </a:p>
        </p:txBody>
      </p:sp>
      <p:pic>
        <p:nvPicPr>
          <p:cNvPr id="6" name="Picture 5">
            <a:extLst>
              <a:ext uri="{FF2B5EF4-FFF2-40B4-BE49-F238E27FC236}">
                <a16:creationId xmlns:a16="http://schemas.microsoft.com/office/drawing/2014/main" id="{F189ECC5-6124-71F4-8733-501EAFBD2B94}"/>
              </a:ext>
            </a:extLst>
          </p:cNvPr>
          <p:cNvPicPr>
            <a:picLocks noChangeAspect="1"/>
          </p:cNvPicPr>
          <p:nvPr/>
        </p:nvPicPr>
        <p:blipFill>
          <a:blip r:embed="rId2"/>
          <a:stretch>
            <a:fillRect/>
          </a:stretch>
        </p:blipFill>
        <p:spPr>
          <a:xfrm>
            <a:off x="1536492" y="923604"/>
            <a:ext cx="9119016" cy="2131403"/>
          </a:xfrm>
          <a:prstGeom prst="rect">
            <a:avLst/>
          </a:prstGeom>
        </p:spPr>
      </p:pic>
      <p:sp>
        <p:nvSpPr>
          <p:cNvPr id="7" name="TextBox 6">
            <a:extLst>
              <a:ext uri="{FF2B5EF4-FFF2-40B4-BE49-F238E27FC236}">
                <a16:creationId xmlns:a16="http://schemas.microsoft.com/office/drawing/2014/main" id="{564CE62B-F3CA-F4B5-A721-F966152EC442}"/>
              </a:ext>
            </a:extLst>
          </p:cNvPr>
          <p:cNvSpPr txBox="1"/>
          <p:nvPr/>
        </p:nvSpPr>
        <p:spPr>
          <a:xfrm>
            <a:off x="1650467" y="3512902"/>
            <a:ext cx="9005041" cy="3139321"/>
          </a:xfrm>
          <a:prstGeom prst="rect">
            <a:avLst/>
          </a:prstGeom>
          <a:noFill/>
        </p:spPr>
        <p:txBody>
          <a:bodyPr wrap="square" rtlCol="0">
            <a:spAutoFit/>
          </a:bodyPr>
          <a:lstStyle/>
          <a:p>
            <a:pPr marL="342900" indent="-342900">
              <a:buAutoNum type="arabicPeriod"/>
            </a:pPr>
            <a:r>
              <a:rPr lang="en-US" dirty="0"/>
              <a:t>I uploaded my “index.html” folder.</a:t>
            </a:r>
          </a:p>
          <a:p>
            <a:pPr marL="342900" indent="-342900">
              <a:buAutoNum type="arabicPeriod" startAt="2"/>
            </a:pPr>
            <a:r>
              <a:rPr lang="en-US" dirty="0"/>
              <a:t>I added a profile photo to my Github Account.</a:t>
            </a:r>
          </a:p>
          <a:p>
            <a:pPr marL="342900" indent="-342900">
              <a:buAutoNum type="arabicPeriod" startAt="2"/>
            </a:pPr>
            <a:r>
              <a:rPr lang="en-US" dirty="0"/>
              <a:t>Make sure the file you are uploading is NOT in a folder.</a:t>
            </a:r>
          </a:p>
          <a:p>
            <a:pPr marL="342900" indent="-342900">
              <a:buAutoNum type="arabicPeriod" startAt="2"/>
            </a:pPr>
            <a:r>
              <a:rPr lang="en-US" dirty="0"/>
              <a:t>Click on my </a:t>
            </a:r>
            <a:r>
              <a:rPr lang="en-US" b="1" i="1" dirty="0">
                <a:highlight>
                  <a:srgbClr val="FFFF00"/>
                </a:highlight>
              </a:rPr>
              <a:t>“index.html” </a:t>
            </a:r>
            <a:r>
              <a:rPr lang="en-US" dirty="0"/>
              <a:t>file. </a:t>
            </a:r>
          </a:p>
          <a:p>
            <a:pPr marL="342900" indent="-342900">
              <a:buAutoNum type="arabicPeriod" startAt="2"/>
            </a:pPr>
            <a:r>
              <a:rPr lang="en-US" dirty="0"/>
              <a:t>The page will open and you will see a green tick next to it, to confirm is live on internet.</a:t>
            </a:r>
          </a:p>
          <a:p>
            <a:pPr marL="342900" indent="-342900">
              <a:buAutoNum type="arabicPeriod" startAt="2"/>
            </a:pPr>
            <a:r>
              <a:rPr lang="en-US" b="1" dirty="0">
                <a:solidFill>
                  <a:srgbClr val="C00000"/>
                </a:solidFill>
              </a:rPr>
              <a:t>The URL is</a:t>
            </a:r>
            <a:r>
              <a:rPr lang="en-US" dirty="0"/>
              <a:t>: </a:t>
            </a:r>
            <a:r>
              <a:rPr lang="en-US" b="1" i="1" dirty="0">
                <a:solidFill>
                  <a:srgbClr val="00B0F0"/>
                </a:solidFill>
                <a:highlight>
                  <a:srgbClr val="FFFF00"/>
                </a:highlight>
              </a:rPr>
              <a:t>https://algol999.github.io/WEB-DESIGN/</a:t>
            </a:r>
          </a:p>
          <a:p>
            <a:pPr marL="342900" indent="-342900">
              <a:buAutoNum type="arabicPeriod" startAt="2"/>
            </a:pPr>
            <a:endParaRPr lang="en-US" dirty="0"/>
          </a:p>
          <a:p>
            <a:r>
              <a:rPr lang="en-US" dirty="0"/>
              <a:t>This is the template address:</a:t>
            </a:r>
          </a:p>
          <a:p>
            <a:pPr algn="ctr"/>
            <a:r>
              <a:rPr lang="en-US" b="1" i="1" dirty="0">
                <a:solidFill>
                  <a:srgbClr val="0070C0"/>
                </a:solidFill>
                <a:highlight>
                  <a:srgbClr val="FFFF00"/>
                </a:highlight>
              </a:rPr>
              <a:t>https://&lt;username&gt;.github.io/&lt;repository-name&gt;/</a:t>
            </a:r>
          </a:p>
          <a:p>
            <a:pPr marL="342900" indent="-342900">
              <a:buAutoNum type="arabicPeriod" startAt="2"/>
            </a:pPr>
            <a:endParaRPr lang="en-US" dirty="0"/>
          </a:p>
          <a:p>
            <a:pPr marL="342900" indent="-342900">
              <a:buAutoNum type="arabicPeriod"/>
            </a:pPr>
            <a:endParaRPr lang="en-GB" dirty="0"/>
          </a:p>
        </p:txBody>
      </p:sp>
    </p:spTree>
    <p:extLst>
      <p:ext uri="{BB962C8B-B14F-4D97-AF65-F5344CB8AC3E}">
        <p14:creationId xmlns:p14="http://schemas.microsoft.com/office/powerpoint/2010/main" val="1887598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99D514-A835-023E-3BD3-F6D12C9CBB27}"/>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B6291660-D90F-F5F3-CA78-E028BCF04ABC}"/>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7B03BE9D-E82C-FBD1-219C-6F4C871212DB}"/>
              </a:ext>
            </a:extLst>
          </p:cNvPr>
          <p:cNvSpPr>
            <a:spLocks noGrp="1"/>
          </p:cNvSpPr>
          <p:nvPr>
            <p:ph type="sldNum" sz="quarter" idx="12"/>
          </p:nvPr>
        </p:nvSpPr>
        <p:spPr/>
        <p:txBody>
          <a:bodyPr/>
          <a:lstStyle/>
          <a:p>
            <a:fld id="{148CC95F-0247-41B6-91CF-DC97C76A7088}" type="slidenum">
              <a:rPr lang="en-US" smtClean="0"/>
              <a:t>20</a:t>
            </a:fld>
            <a:endParaRPr lang="en-US"/>
          </a:p>
        </p:txBody>
      </p:sp>
      <p:pic>
        <p:nvPicPr>
          <p:cNvPr id="6" name="Picture 5">
            <a:extLst>
              <a:ext uri="{FF2B5EF4-FFF2-40B4-BE49-F238E27FC236}">
                <a16:creationId xmlns:a16="http://schemas.microsoft.com/office/drawing/2014/main" id="{C399BD86-8AC5-8DA7-C40E-5ADCF12BD00D}"/>
              </a:ext>
            </a:extLst>
          </p:cNvPr>
          <p:cNvPicPr>
            <a:picLocks noChangeAspect="1"/>
          </p:cNvPicPr>
          <p:nvPr/>
        </p:nvPicPr>
        <p:blipFill>
          <a:blip r:embed="rId2"/>
          <a:stretch>
            <a:fillRect/>
          </a:stretch>
        </p:blipFill>
        <p:spPr>
          <a:xfrm>
            <a:off x="784623" y="935842"/>
            <a:ext cx="10622753" cy="4986315"/>
          </a:xfrm>
          <a:prstGeom prst="rect">
            <a:avLst/>
          </a:prstGeom>
        </p:spPr>
      </p:pic>
      <p:sp>
        <p:nvSpPr>
          <p:cNvPr id="7" name="TextBox 6">
            <a:extLst>
              <a:ext uri="{FF2B5EF4-FFF2-40B4-BE49-F238E27FC236}">
                <a16:creationId xmlns:a16="http://schemas.microsoft.com/office/drawing/2014/main" id="{916F94F5-535F-01DE-BEF9-DAF75F294403}"/>
              </a:ext>
            </a:extLst>
          </p:cNvPr>
          <p:cNvSpPr txBox="1"/>
          <p:nvPr/>
        </p:nvSpPr>
        <p:spPr>
          <a:xfrm>
            <a:off x="3612630" y="3104243"/>
            <a:ext cx="4616970" cy="646331"/>
          </a:xfrm>
          <a:prstGeom prst="rect">
            <a:avLst/>
          </a:prstGeom>
          <a:noFill/>
        </p:spPr>
        <p:txBody>
          <a:bodyPr wrap="square" rtlCol="0">
            <a:spAutoFit/>
          </a:bodyPr>
          <a:lstStyle/>
          <a:p>
            <a:pPr algn="ctr"/>
            <a:r>
              <a:rPr lang="en-US" b="1" dirty="0">
                <a:solidFill>
                  <a:srgbClr val="C00000"/>
                </a:solidFill>
                <a:highlight>
                  <a:srgbClr val="FFFF00"/>
                </a:highlight>
              </a:rPr>
              <a:t>Works well and viewed in tablet and the phone as well as the desktop/laptop.</a:t>
            </a:r>
            <a:endParaRPr lang="en-GB" b="1" dirty="0">
              <a:solidFill>
                <a:srgbClr val="C00000"/>
              </a:solidFill>
              <a:highlight>
                <a:srgbClr val="FFFF00"/>
              </a:highlight>
            </a:endParaRPr>
          </a:p>
        </p:txBody>
      </p:sp>
    </p:spTree>
    <p:extLst>
      <p:ext uri="{BB962C8B-B14F-4D97-AF65-F5344CB8AC3E}">
        <p14:creationId xmlns:p14="http://schemas.microsoft.com/office/powerpoint/2010/main" val="4195850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4184B8-7C9A-9F14-00BF-DE6802D6FB89}"/>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6298F2AA-7812-4357-D34E-F941FE16F727}"/>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A41C47F1-1C04-BBCF-0ACC-B1CF867C8236}"/>
              </a:ext>
            </a:extLst>
          </p:cNvPr>
          <p:cNvSpPr>
            <a:spLocks noGrp="1"/>
          </p:cNvSpPr>
          <p:nvPr>
            <p:ph type="sldNum" sz="quarter" idx="12"/>
          </p:nvPr>
        </p:nvSpPr>
        <p:spPr/>
        <p:txBody>
          <a:bodyPr/>
          <a:lstStyle/>
          <a:p>
            <a:fld id="{148CC95F-0247-41B6-91CF-DC97C76A7088}" type="slidenum">
              <a:rPr lang="en-US" smtClean="0"/>
              <a:t>21</a:t>
            </a:fld>
            <a:endParaRPr lang="en-US"/>
          </a:p>
        </p:txBody>
      </p:sp>
      <p:pic>
        <p:nvPicPr>
          <p:cNvPr id="6" name="Picture 5">
            <a:extLst>
              <a:ext uri="{FF2B5EF4-FFF2-40B4-BE49-F238E27FC236}">
                <a16:creationId xmlns:a16="http://schemas.microsoft.com/office/drawing/2014/main" id="{25AD192C-1A65-3D95-BCF5-903F6D5FE64A}"/>
              </a:ext>
            </a:extLst>
          </p:cNvPr>
          <p:cNvPicPr>
            <a:picLocks noChangeAspect="1"/>
          </p:cNvPicPr>
          <p:nvPr/>
        </p:nvPicPr>
        <p:blipFill>
          <a:blip r:embed="rId3"/>
          <a:stretch>
            <a:fillRect/>
          </a:stretch>
        </p:blipFill>
        <p:spPr>
          <a:xfrm>
            <a:off x="1199214" y="465710"/>
            <a:ext cx="10258218" cy="5910064"/>
          </a:xfrm>
          <a:prstGeom prst="rect">
            <a:avLst/>
          </a:prstGeom>
        </p:spPr>
      </p:pic>
    </p:spTree>
    <p:extLst>
      <p:ext uri="{BB962C8B-B14F-4D97-AF65-F5344CB8AC3E}">
        <p14:creationId xmlns:p14="http://schemas.microsoft.com/office/powerpoint/2010/main" val="33734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421B0B-4915-F527-03CC-2B0961F2C073}"/>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AD497D5E-E826-F508-76A6-18025A898DF4}"/>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B5235343-0890-42D9-8211-7912B0666819}"/>
              </a:ext>
            </a:extLst>
          </p:cNvPr>
          <p:cNvSpPr>
            <a:spLocks noGrp="1"/>
          </p:cNvSpPr>
          <p:nvPr>
            <p:ph type="sldNum" sz="quarter" idx="12"/>
          </p:nvPr>
        </p:nvSpPr>
        <p:spPr/>
        <p:txBody>
          <a:bodyPr/>
          <a:lstStyle/>
          <a:p>
            <a:fld id="{148CC95F-0247-41B6-91CF-DC97C76A7088}" type="slidenum">
              <a:rPr lang="en-US" smtClean="0"/>
              <a:t>22</a:t>
            </a:fld>
            <a:endParaRPr lang="en-US"/>
          </a:p>
        </p:txBody>
      </p:sp>
      <p:pic>
        <p:nvPicPr>
          <p:cNvPr id="6" name="Picture 5">
            <a:extLst>
              <a:ext uri="{FF2B5EF4-FFF2-40B4-BE49-F238E27FC236}">
                <a16:creationId xmlns:a16="http://schemas.microsoft.com/office/drawing/2014/main" id="{9CA81239-CE7F-2EA1-9BB7-D01F9FDEE2FF}"/>
              </a:ext>
            </a:extLst>
          </p:cNvPr>
          <p:cNvPicPr>
            <a:picLocks noChangeAspect="1"/>
          </p:cNvPicPr>
          <p:nvPr/>
        </p:nvPicPr>
        <p:blipFill>
          <a:blip r:embed="rId2"/>
          <a:stretch>
            <a:fillRect/>
          </a:stretch>
        </p:blipFill>
        <p:spPr>
          <a:xfrm>
            <a:off x="1894888" y="656838"/>
            <a:ext cx="8402223" cy="5544324"/>
          </a:xfrm>
          <a:prstGeom prst="rect">
            <a:avLst/>
          </a:prstGeom>
        </p:spPr>
      </p:pic>
    </p:spTree>
    <p:extLst>
      <p:ext uri="{BB962C8B-B14F-4D97-AF65-F5344CB8AC3E}">
        <p14:creationId xmlns:p14="http://schemas.microsoft.com/office/powerpoint/2010/main" val="843814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50131D-0B36-3DE6-8546-243F3E733328}"/>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E43A34D2-1A25-82CD-0CB7-D0E96EC68ACE}"/>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7174F591-45DE-F4C3-7CE3-165AC1AA6553}"/>
              </a:ext>
            </a:extLst>
          </p:cNvPr>
          <p:cNvSpPr>
            <a:spLocks noGrp="1"/>
          </p:cNvSpPr>
          <p:nvPr>
            <p:ph type="sldNum" sz="quarter" idx="12"/>
          </p:nvPr>
        </p:nvSpPr>
        <p:spPr/>
        <p:txBody>
          <a:bodyPr/>
          <a:lstStyle/>
          <a:p>
            <a:fld id="{148CC95F-0247-41B6-91CF-DC97C76A7088}" type="slidenum">
              <a:rPr lang="en-US" smtClean="0"/>
              <a:t>23</a:t>
            </a:fld>
            <a:endParaRPr lang="en-US"/>
          </a:p>
        </p:txBody>
      </p:sp>
      <p:pic>
        <p:nvPicPr>
          <p:cNvPr id="6" name="Picture 5">
            <a:extLst>
              <a:ext uri="{FF2B5EF4-FFF2-40B4-BE49-F238E27FC236}">
                <a16:creationId xmlns:a16="http://schemas.microsoft.com/office/drawing/2014/main" id="{5955FF4D-9002-CF90-5ED4-8F533A77D21A}"/>
              </a:ext>
            </a:extLst>
          </p:cNvPr>
          <p:cNvPicPr>
            <a:picLocks noChangeAspect="1"/>
          </p:cNvPicPr>
          <p:nvPr/>
        </p:nvPicPr>
        <p:blipFill>
          <a:blip r:embed="rId3"/>
          <a:stretch>
            <a:fillRect/>
          </a:stretch>
        </p:blipFill>
        <p:spPr>
          <a:xfrm>
            <a:off x="929390" y="944380"/>
            <a:ext cx="9366523" cy="4239404"/>
          </a:xfrm>
          <a:prstGeom prst="rect">
            <a:avLst/>
          </a:prstGeom>
        </p:spPr>
      </p:pic>
      <p:sp>
        <p:nvSpPr>
          <p:cNvPr id="7" name="TextBox 6">
            <a:extLst>
              <a:ext uri="{FF2B5EF4-FFF2-40B4-BE49-F238E27FC236}">
                <a16:creationId xmlns:a16="http://schemas.microsoft.com/office/drawing/2014/main" id="{40DB85BF-262C-2E23-2410-BCADC2E9C57D}"/>
              </a:ext>
            </a:extLst>
          </p:cNvPr>
          <p:cNvSpPr txBox="1"/>
          <p:nvPr/>
        </p:nvSpPr>
        <p:spPr>
          <a:xfrm>
            <a:off x="929390" y="5576341"/>
            <a:ext cx="5846164" cy="523220"/>
          </a:xfrm>
          <a:prstGeom prst="rect">
            <a:avLst/>
          </a:prstGeom>
          <a:noFill/>
        </p:spPr>
        <p:txBody>
          <a:bodyPr wrap="square" rtlCol="0">
            <a:spAutoFit/>
          </a:bodyPr>
          <a:lstStyle/>
          <a:p>
            <a:r>
              <a:rPr lang="en-US" sz="2800" b="1" dirty="0">
                <a:solidFill>
                  <a:srgbClr val="0070C0"/>
                </a:solidFill>
              </a:rPr>
              <a:t>Galaxy – Z : Fold mobile-phone</a:t>
            </a:r>
            <a:r>
              <a:rPr lang="en-US" dirty="0"/>
              <a:t>.</a:t>
            </a:r>
            <a:endParaRPr lang="en-GB" dirty="0"/>
          </a:p>
        </p:txBody>
      </p:sp>
    </p:spTree>
    <p:extLst>
      <p:ext uri="{BB962C8B-B14F-4D97-AF65-F5344CB8AC3E}">
        <p14:creationId xmlns:p14="http://schemas.microsoft.com/office/powerpoint/2010/main" val="3581498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2F1979-F43D-DA42-ED8F-7A737214F8FE}"/>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BCC195A4-64FB-4546-117E-97F3887B7169}"/>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12D8443C-00F6-BE13-B364-B03367A521E6}"/>
              </a:ext>
            </a:extLst>
          </p:cNvPr>
          <p:cNvSpPr>
            <a:spLocks noGrp="1"/>
          </p:cNvSpPr>
          <p:nvPr>
            <p:ph type="sldNum" sz="quarter" idx="12"/>
          </p:nvPr>
        </p:nvSpPr>
        <p:spPr/>
        <p:txBody>
          <a:bodyPr/>
          <a:lstStyle/>
          <a:p>
            <a:fld id="{148CC95F-0247-41B6-91CF-DC97C76A7088}" type="slidenum">
              <a:rPr lang="en-US" smtClean="0"/>
              <a:t>24</a:t>
            </a:fld>
            <a:endParaRPr lang="en-US"/>
          </a:p>
        </p:txBody>
      </p:sp>
      <p:pic>
        <p:nvPicPr>
          <p:cNvPr id="6" name="Picture 5">
            <a:extLst>
              <a:ext uri="{FF2B5EF4-FFF2-40B4-BE49-F238E27FC236}">
                <a16:creationId xmlns:a16="http://schemas.microsoft.com/office/drawing/2014/main" id="{9A93F3E3-4F9A-F2A8-C766-DEB828C92382}"/>
              </a:ext>
            </a:extLst>
          </p:cNvPr>
          <p:cNvPicPr>
            <a:picLocks noChangeAspect="1"/>
          </p:cNvPicPr>
          <p:nvPr/>
        </p:nvPicPr>
        <p:blipFill>
          <a:blip r:embed="rId3"/>
          <a:stretch>
            <a:fillRect/>
          </a:stretch>
        </p:blipFill>
        <p:spPr>
          <a:xfrm>
            <a:off x="1139251" y="739860"/>
            <a:ext cx="8531627" cy="5405077"/>
          </a:xfrm>
          <a:prstGeom prst="rect">
            <a:avLst/>
          </a:prstGeom>
        </p:spPr>
      </p:pic>
    </p:spTree>
    <p:extLst>
      <p:ext uri="{BB962C8B-B14F-4D97-AF65-F5344CB8AC3E}">
        <p14:creationId xmlns:p14="http://schemas.microsoft.com/office/powerpoint/2010/main" val="928958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AB8A1E-06E3-1C38-D475-1793016DF35D}"/>
              </a:ext>
            </a:extLst>
          </p:cNvPr>
          <p:cNvSpPr>
            <a:spLocks noGrp="1"/>
          </p:cNvSpPr>
          <p:nvPr>
            <p:ph type="dt" sz="half" idx="10"/>
          </p:nvPr>
        </p:nvSpPr>
        <p:spPr/>
        <p:txBody>
          <a:bodyPr/>
          <a:lstStyle/>
          <a:p>
            <a:fld id="{076FC20B-4EF7-41F0-B583-1A401E3AA7A0}" type="datetime1">
              <a:rPr lang="en-US" smtClean="0"/>
              <a:t>8/24/2026</a:t>
            </a:fld>
            <a:endParaRPr lang="en-US"/>
          </a:p>
        </p:txBody>
      </p:sp>
      <p:sp>
        <p:nvSpPr>
          <p:cNvPr id="3" name="Footer Placeholder 2">
            <a:extLst>
              <a:ext uri="{FF2B5EF4-FFF2-40B4-BE49-F238E27FC236}">
                <a16:creationId xmlns:a16="http://schemas.microsoft.com/office/drawing/2014/main" id="{CF6ADC76-1836-285E-C261-65565E59A11B}"/>
              </a:ext>
            </a:extLst>
          </p:cNvPr>
          <p:cNvSpPr>
            <a:spLocks noGrp="1"/>
          </p:cNvSpPr>
          <p:nvPr>
            <p:ph type="ftr" sz="quarter" idx="11"/>
          </p:nvPr>
        </p:nvSpPr>
        <p:spPr/>
        <p:txBody>
          <a:bodyPr/>
          <a:lstStyle/>
          <a:p>
            <a:r>
              <a:rPr lang="en-US"/>
              <a:t>Mbila Muela - Ch. 52: Responsive Page - Web Design</a:t>
            </a:r>
          </a:p>
        </p:txBody>
      </p:sp>
      <p:sp>
        <p:nvSpPr>
          <p:cNvPr id="4" name="Slide Number Placeholder 3">
            <a:extLst>
              <a:ext uri="{FF2B5EF4-FFF2-40B4-BE49-F238E27FC236}">
                <a16:creationId xmlns:a16="http://schemas.microsoft.com/office/drawing/2014/main" id="{5764D70F-E2AF-D9F0-FD92-E00AFB0F6544}"/>
              </a:ext>
            </a:extLst>
          </p:cNvPr>
          <p:cNvSpPr>
            <a:spLocks noGrp="1"/>
          </p:cNvSpPr>
          <p:nvPr>
            <p:ph type="sldNum" sz="quarter" idx="12"/>
          </p:nvPr>
        </p:nvSpPr>
        <p:spPr/>
        <p:txBody>
          <a:bodyPr/>
          <a:lstStyle/>
          <a:p>
            <a:fld id="{148CC95F-0247-41B6-91CF-DC97C76A7088}" type="slidenum">
              <a:rPr lang="en-US" smtClean="0"/>
              <a:t>25</a:t>
            </a:fld>
            <a:endParaRPr lang="en-US"/>
          </a:p>
        </p:txBody>
      </p:sp>
      <p:pic>
        <p:nvPicPr>
          <p:cNvPr id="6" name="Picture 5">
            <a:extLst>
              <a:ext uri="{FF2B5EF4-FFF2-40B4-BE49-F238E27FC236}">
                <a16:creationId xmlns:a16="http://schemas.microsoft.com/office/drawing/2014/main" id="{5A21BDAE-694F-DC21-75B2-9C1B4BF105C0}"/>
              </a:ext>
            </a:extLst>
          </p:cNvPr>
          <p:cNvPicPr>
            <a:picLocks noChangeAspect="1"/>
          </p:cNvPicPr>
          <p:nvPr/>
        </p:nvPicPr>
        <p:blipFill>
          <a:blip r:embed="rId2"/>
          <a:stretch>
            <a:fillRect/>
          </a:stretch>
        </p:blipFill>
        <p:spPr>
          <a:xfrm>
            <a:off x="489755" y="733049"/>
            <a:ext cx="11212490" cy="5391902"/>
          </a:xfrm>
          <a:prstGeom prst="rect">
            <a:avLst/>
          </a:prstGeom>
        </p:spPr>
      </p:pic>
    </p:spTree>
    <p:extLst>
      <p:ext uri="{BB962C8B-B14F-4D97-AF65-F5344CB8AC3E}">
        <p14:creationId xmlns:p14="http://schemas.microsoft.com/office/powerpoint/2010/main" val="2323003963"/>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202</TotalTime>
  <Words>1782</Words>
  <Application>Microsoft Office PowerPoint</Application>
  <PresentationFormat>Widescreen</PresentationFormat>
  <Paragraphs>180</Paragraphs>
  <Slides>25</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Arial</vt:lpstr>
      <vt:lpstr>Bierstadt</vt:lpstr>
      <vt:lpstr>Neue Haas Grotesk Text Pro</vt:lpstr>
      <vt:lpstr>Segoe UI</vt:lpstr>
      <vt:lpstr>GestaltVTI</vt:lpstr>
      <vt:lpstr>Ch. 52 – Responsive Page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GranitAI Granit</dc:creator>
  <cp:lastModifiedBy>GranitAI Granit</cp:lastModifiedBy>
  <cp:revision>1</cp:revision>
  <dcterms:created xsi:type="dcterms:W3CDTF">2026-08-24T10:52:15Z</dcterms:created>
  <dcterms:modified xsi:type="dcterms:W3CDTF">2026-08-24T14:18:45Z</dcterms:modified>
</cp:coreProperties>
</file>